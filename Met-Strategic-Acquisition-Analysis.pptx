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69.xml"/>
  <Override ContentType="application/vnd.openxmlformats-officedocument.presentationml.slideLayout+xml" PartName="/ppt/slideLayouts/slideLayout285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277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28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66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27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278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68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88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274.xml"/>
  <Override ContentType="application/vnd.openxmlformats-officedocument.presentationml.slideLayout+xml" PartName="/ppt/slideLayouts/slideLayout273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67.xml"/>
  <Override ContentType="application/vnd.openxmlformats-officedocument.presentationml.slideLayout+xml" PartName="/ppt/slideLayouts/slideLayout28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75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280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287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272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7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83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28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76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28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271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936" r:id="rId4"/>
    <p:sldMasterId id="2147483937" r:id="rId5"/>
    <p:sldMasterId id="2147483938" r:id="rId6"/>
    <p:sldMasterId id="2147483939" r:id="rId7"/>
    <p:sldMasterId id="2147483940" r:id="rId8"/>
    <p:sldMasterId id="2147483941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Roboto Medium"/>
      <p:regular r:id="rId29"/>
      <p:bold r:id="rId30"/>
      <p:italic r:id="rId31"/>
      <p:boldItalic r:id="rId32"/>
    </p:embeddedFont>
    <p:embeddedFont>
      <p:font typeface="Libre Baskerville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RobotoMedium-italic.fntdata"/><Relationship Id="rId30" Type="http://schemas.openxmlformats.org/officeDocument/2006/relationships/font" Target="fonts/RobotoMedium-bold.fntdata"/><Relationship Id="rId33" Type="http://schemas.openxmlformats.org/officeDocument/2006/relationships/font" Target="fonts/LibreBaskerville-regular.fntdata"/><Relationship Id="rId32" Type="http://schemas.openxmlformats.org/officeDocument/2006/relationships/font" Target="fonts/RobotoMedium-boldItalic.fntdata"/><Relationship Id="rId35" Type="http://schemas.openxmlformats.org/officeDocument/2006/relationships/font" Target="fonts/LibreBaskerville-italic.fntdata"/><Relationship Id="rId34" Type="http://schemas.openxmlformats.org/officeDocument/2006/relationships/font" Target="fonts/LibreBaskerville-bold.fntdata"/><Relationship Id="rId36" Type="http://schemas.openxmlformats.org/officeDocument/2006/relationships/font" Target="fonts/LibreBaskerville-boldItalic.fntdata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29" Type="http://schemas.openxmlformats.org/officeDocument/2006/relationships/font" Target="fonts/RobotoMedium-regular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3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4" name="Google Shape;3154;g3f0601e55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5" name="Google Shape;3155;g3f0601e55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0" name="Shape 3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Google Shape;3161;g3f0601e559d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2" name="Google Shape;3162;g3f0601e559d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9" name="Shape 3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Google Shape;3170;g3f0601e559d_0_1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1" name="Google Shape;3171;g3f0601e559d_0_1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0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g3f0601e559d_0_3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2" name="Google Shape;3182;g3f0601e559d_0_3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g3f0601e559d_0_4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5" name="Google Shape;3195;g3f0601e559d_0_4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6" name="Shape 3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" name="Google Shape;3207;g3f0601e559d_0_5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8" name="Google Shape;3208;g3f0601e559d_0_5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9" name="Shape 3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0" name="Google Shape;3220;g3f0601e559d_0_5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1" name="Google Shape;3221;g3f0601e559d_0_5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0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g3f0601e559d_0_5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2" name="Google Shape;3232;g3f0601e559d_0_5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g3f0601e559d_0_5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3" name="Google Shape;3243;g3f0601e559d_0_5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2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g3f0601e559d_0_5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4" name="Google Shape;3254;g3f0601e559d_0_5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g3f0601e559d_0_5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8" name="Google Shape;3268;g3f0601e559d_0_5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7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g3f0601e559d_0_5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9" name="Google Shape;3279;g3f0601e559d_0_5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6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g3f0601e559d_0_6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8" name="Google Shape;3288;g3f0601e559d_0_6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9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g3f0601e559d_0_6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1" name="Google Shape;3301;g3f0601e559d_0_6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23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" name="Google Shape;141;p2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6" name="Google Shape;146;p24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54" name="Google Shape;154;p25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5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6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2" name="Google Shape;162;p26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65" name="Google Shape;165;p26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68" name="Google Shape;168;p2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6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1" name="Google Shape;171;p26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2" name="Google Shape;172;p26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3" name="Google Shape;173;p26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4" name="Google Shape;174;p26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5" name="Google Shape;175;p26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76" name="Google Shape;176;p26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7" name="Google Shape;177;p26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80" name="Google Shape;180;p2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" name="Google Shape;184;p27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7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9" name="Google Shape;189;p27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90" name="Google Shape;190;p2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7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2" name="Google Shape;192;p27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05" name="Google Shape;205;p2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8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8" name="Google Shape;208;p2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9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22" name="Google Shape;222;p29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9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2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0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3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4" name="Google Shape;234;p3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5" name="Google Shape;235;p30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" name="Google Shape;236;p30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" name="Google Shape;237;p30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8" name="Google Shape;238;p3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42" name="Google Shape;242;p3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" name="Google Shape;243;p3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3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1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1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8" name="Google Shape;258;p31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9" name="Google Shape;259;p31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0" name="Google Shape;260;p31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1" name="Google Shape;261;p31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2" name="Google Shape;262;p31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31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4" name="Google Shape;264;p3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2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69" name="Google Shape;269;p32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3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4" name="Google Shape;274;p33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275" name="Google Shape;275;p3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3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7" name="Google Shape;277;p33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8" name="Google Shape;278;p3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3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/>
          <p:nvPr/>
        </p:nvSpPr>
        <p:spPr>
          <a:xfrm>
            <a:off x="860258" y="0"/>
            <a:ext cx="5782800" cy="4829700"/>
          </a:xfrm>
          <a:prstGeom prst="roundRect">
            <a:avLst>
              <a:gd fmla="val 11511" name="adj"/>
            </a:avLst>
          </a:prstGeom>
          <a:solidFill>
            <a:srgbClr val="DA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0" y="0"/>
            <a:ext cx="40557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283" name="Google Shape;283;p3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4"/>
          <p:cNvSpPr txBox="1"/>
          <p:nvPr>
            <p:ph type="title"/>
          </p:nvPr>
        </p:nvSpPr>
        <p:spPr>
          <a:xfrm>
            <a:off x="125700" y="125600"/>
            <a:ext cx="34194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4405302" y="132500"/>
            <a:ext cx="1475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6" name="Google Shape;286;p34"/>
          <p:cNvSpPr txBox="1"/>
          <p:nvPr>
            <p:ph idx="2" type="subTitle"/>
          </p:nvPr>
        </p:nvSpPr>
        <p:spPr>
          <a:xfrm>
            <a:off x="6964400" y="125600"/>
            <a:ext cx="1747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34"/>
          <p:cNvSpPr txBox="1"/>
          <p:nvPr>
            <p:ph idx="3" type="body"/>
          </p:nvPr>
        </p:nvSpPr>
        <p:spPr>
          <a:xfrm>
            <a:off x="4405302" y="773330"/>
            <a:ext cx="18900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34"/>
          <p:cNvSpPr txBox="1"/>
          <p:nvPr>
            <p:ph idx="4" type="body"/>
          </p:nvPr>
        </p:nvSpPr>
        <p:spPr>
          <a:xfrm>
            <a:off x="6964400" y="773325"/>
            <a:ext cx="2053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89" name="Google Shape;289;p34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4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5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7" name="Google Shape;297;p35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8" name="Google Shape;298;p35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35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01" name="Google Shape;301;p35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35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3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3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6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9" name="Google Shape;309;p36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0" name="Google Shape;310;p36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36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12" name="Google Shape;312;p3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6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4" name="Google Shape;314;p36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5" name="Google Shape;315;p3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3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7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20" name="Google Shape;320;p3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3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2" name="Google Shape;322;p3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3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38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8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8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8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8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38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33" name="Google Shape;333;p3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5" name="Google Shape;335;p3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6" name="Google Shape;336;p38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7" name="Google Shape;337;p38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8" name="Google Shape;338;p38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9" name="Google Shape;339;p38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0" name="Google Shape;340;p38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1" name="Google Shape;341;p38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2" name="Google Shape;342;p38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3" name="Google Shape;343;p38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4" name="Google Shape;344;p38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5" name="Google Shape;345;p38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38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38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8" name="Google Shape;348;p38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9" name="Google Shape;349;p38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0" name="Google Shape;350;p38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1" name="Google Shape;351;p38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52" name="Google Shape;352;p38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3" name="Google Shape;353;p38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4" name="Google Shape;354;p38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355" name="Google Shape;355;p38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38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57" name="Google Shape;357;p38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8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3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9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364" name="Google Shape;364;p3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9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6" name="Google Shape;366;p3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7" name="Google Shape;367;p39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9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9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9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9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9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5" name="Google Shape;375;p39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6" name="Google Shape;376;p39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7" name="Google Shape;377;p39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8" name="Google Shape;378;p39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9" name="Google Shape;379;p39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0" name="Google Shape;380;p3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40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85" name="Google Shape;385;p4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4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7" name="Google Shape;387;p4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388" name="Google Shape;388;p40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0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0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0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0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40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4" name="Google Shape;394;p40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5" name="Google Shape;395;p40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6" name="Google Shape;396;p40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7" name="Google Shape;397;p40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8" name="Google Shape;398;p40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9" name="Google Shape;399;p40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00" name="Google Shape;400;p40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1" name="Google Shape;401;p40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2" name="Google Shape;402;p40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03" name="Google Shape;403;p40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4" name="Google Shape;404;p40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5" name="Google Shape;405;p40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06" name="Google Shape;406;p40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7" name="Google Shape;407;p40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8" name="Google Shape;408;p4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4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41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13" name="Google Shape;413;p4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4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5" name="Google Shape;415;p4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6" name="Google Shape;416;p41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17" name="Google Shape;417;p41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8" name="Google Shape;418;p41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9" name="Google Shape;419;p41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20" name="Google Shape;420;p41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1" name="Google Shape;421;p41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2" name="Google Shape;422;p41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23" name="Google Shape;423;p41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4" name="Google Shape;424;p41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5" name="Google Shape;425;p41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26" name="Google Shape;426;p41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7" name="Google Shape;427;p41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41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29" name="Google Shape;429;p41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30" name="Google Shape;430;p41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1" name="Google Shape;431;p4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4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42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2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37" name="Google Shape;437;p42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38" name="Google Shape;438;p4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42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0" name="Google Shape;440;p42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1" name="Google Shape;441;p42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42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42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42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4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43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3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51" name="Google Shape;451;p4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4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3" name="Google Shape;453;p4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4" name="Google Shape;454;p43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43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43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43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43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59" name="Google Shape;459;p4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4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44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4" name="Google Shape;464;p44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5" name="Google Shape;465;p44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66" name="Google Shape;466;p44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44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8" name="Google Shape;468;p44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9" name="Google Shape;469;p4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4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45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45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5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5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77" name="Google Shape;477;p4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45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9" name="Google Shape;479;p45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0" name="Google Shape;480;p4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4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84" name="Google Shape;484;p46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87" name="Google Shape;487;p47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7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7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7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7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3" name="Google Shape;493;p47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4" name="Google Shape;494;p47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5" name="Google Shape;495;p47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6" name="Google Shape;496;p47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48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500" name="Google Shape;500;p4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4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2" name="Google Shape;502;p4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03" name="Google Shape;503;p48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8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8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48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8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08" name="Google Shape;508;p48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48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10" name="Google Shape;510;p48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8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12" name="Google Shape;512;p48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48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4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4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4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0" name="Google Shape;520;p4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1" name="Google Shape;521;p49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9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9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9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5" name="Google Shape;525;p49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6" name="Google Shape;526;p49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7" name="Google Shape;527;p49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8" name="Google Shape;528;p4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4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6" name="Google Shape;536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7" name="Google Shape;53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0" name="Google Shape;54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4" name="Google Shape;54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7" name="Google Shape;547;p5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8" name="Google Shape;548;p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9" name="Google Shape;549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5" name="Google Shape;555;p5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6" name="Google Shape;55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9" name="Google Shape;55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63" name="Google Shape;563;p5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4" name="Google Shape;564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5" name="Google Shape;56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568" name="Google Shape;56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1" name="Google Shape;571;p6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7" name="Google Shape;577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8" name="Google Shape;578;p6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9" name="Google Shape;579;p6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0" name="Google Shape;580;p6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1" name="Google Shape;581;p6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2" name="Google Shape;582;p6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3" name="Google Shape;583;p6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6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7" name="Google Shape;587;p6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6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2" name="Google Shape;592;p6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3" name="Google Shape;593;p6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4" name="Google Shape;594;p6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5" name="Google Shape;595;p6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6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9" name="Google Shape;599;p6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0" name="Google Shape;600;p6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1" name="Google Shape;601;p6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2" name="Google Shape;602;p6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3" name="Google Shape;603;p6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6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7" name="Google Shape;607;p6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8" name="Google Shape;608;p6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9" name="Google Shape;609;p6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0" name="Google Shape;610;p6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1" name="Google Shape;611;p6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2" name="Google Shape;612;p6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3" name="Google Shape;613;p6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4" name="Google Shape;614;p6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5" name="Google Shape;615;p6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6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2" name="Google Shape;622;p6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3" name="Google Shape;623;p6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4" name="Google Shape;624;p6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5" name="Google Shape;625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6" name="Google Shape;626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7" name="Google Shape;627;p6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28" name="Google Shape;628;p6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6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2" name="Google Shape;632;p6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6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4" name="Google Shape;634;p6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5" name="Google Shape;635;p6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6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9" name="Google Shape;639;p6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0" name="Google Shape;640;p6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43" name="Google Shape;643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7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7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7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7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7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7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7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3" name="Google Shape;653;p7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7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5" name="Google Shape;655;p7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2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58" name="Google Shape;658;p72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9" name="Google Shape;659;p72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0" name="Google Shape;660;p72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1" name="Google Shape;661;p72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2" name="Google Shape;662;p72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7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6" name="Google Shape;666;p7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7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8" name="Google Shape;668;p7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9" name="Google Shape;669;p73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73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71" name="Google Shape;671;p73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72" name="Google Shape;672;p7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74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74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4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8" name="Google Shape;678;p74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679" name="Google Shape;679;p74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74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1" name="Google Shape;681;p74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2" name="Google Shape;682;p7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7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75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87" name="Google Shape;687;p75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688" name="Google Shape;688;p75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689" name="Google Shape;689;p75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690" name="Google Shape;690;p75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91" name="Google Shape;691;p75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92" name="Google Shape;692;p75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693" name="Google Shape;693;p7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75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95" name="Google Shape;695;p75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96" name="Google Shape;696;p75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7" name="Google Shape;697;p75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8" name="Google Shape;698;p75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9" name="Google Shape;699;p75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00" name="Google Shape;700;p75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701" name="Google Shape;701;p75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02" name="Google Shape;702;p75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703" name="Google Shape;703;p75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04" name="Google Shape;704;p75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705" name="Google Shape;705;p7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7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9" name="Google Shape;709;p76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76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1" name="Google Shape;711;p76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2" name="Google Shape;712;p76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3" name="Google Shape;713;p76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4" name="Google Shape;714;p76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715" name="Google Shape;715;p7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76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7" name="Google Shape;717;p76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8" name="Google Shape;718;p7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7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7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77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7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77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77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77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27" name="Google Shape;727;p77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28" name="Google Shape;728;p77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29" name="Google Shape;729;p77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730" name="Google Shape;730;p7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77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32" name="Google Shape;732;p77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33" name="Google Shape;733;p7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7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p78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78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78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78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741" name="Google Shape;741;p78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2" name="Google Shape;742;p78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3" name="Google Shape;743;p78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744" name="Google Shape;744;p78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45" name="Google Shape;745;p78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46" name="Google Shape;746;p78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747" name="Google Shape;747;p7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78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9" name="Google Shape;749;p78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0" name="Google Shape;750;p7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7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79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79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79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7" name="Google Shape;757;p79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8" name="Google Shape;758;p7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59" name="Google Shape;759;p7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60" name="Google Shape;760;p79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1" name="Google Shape;761;p79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2" name="Google Shape;762;p79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3" name="Google Shape;763;p7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7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0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767" name="Google Shape;767;p8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8" name="Google Shape;768;p8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9" name="Google Shape;769;p8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70" name="Google Shape;770;p8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71" name="Google Shape;771;p80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80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80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80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80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80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80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78" name="Google Shape;778;p80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79" name="Google Shape;779;p80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80" name="Google Shape;780;p80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81" name="Google Shape;781;p80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82" name="Google Shape;782;p80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83" name="Google Shape;783;p80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4" name="Google Shape;784;p80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5" name="Google Shape;785;p80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6" name="Google Shape;786;p80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7" name="Google Shape;787;p80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8" name="Google Shape;788;p80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9" name="Google Shape;789;p8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8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1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93" name="Google Shape;793;p81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794" name="Google Shape;794;p81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82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98" name="Google Shape;798;p82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9" name="Google Shape;799;p82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800" name="Google Shape;800;p8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1" name="Google Shape;801;p82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02" name="Google Shape;802;p82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03" name="Google Shape;803;p8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8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83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rgbClr val="DA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807" name="Google Shape;807;p83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808" name="Google Shape;808;p8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83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0" name="Google Shape;810;p83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11" name="Google Shape;811;p83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2" name="Google Shape;812;p83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3" name="Google Shape;813;p83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814" name="Google Shape;814;p8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5" name="Google Shape;815;p83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6" name="Google Shape;816;p83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7" name="Google Shape;817;p8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8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84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2" name="Google Shape;822;p84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3" name="Google Shape;823;p84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4" name="Google Shape;824;p84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25" name="Google Shape;825;p84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26" name="Google Shape;826;p84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84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8" name="Google Shape;828;p84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9" name="Google Shape;829;p8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8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85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4" name="Google Shape;834;p85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35" name="Google Shape;835;p85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6" name="Google Shape;836;p85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7" name="Google Shape;837;p85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85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39" name="Google Shape;839;p85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40" name="Google Shape;840;p8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8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8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86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845" name="Google Shape;845;p8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8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47" name="Google Shape;847;p8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48" name="Google Shape;848;p8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8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8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2" name="Google Shape;852;p87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87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p87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87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87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7" name="Google Shape;857;p87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858" name="Google Shape;858;p8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9" name="Google Shape;859;p8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0" name="Google Shape;860;p8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1" name="Google Shape;861;p87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2" name="Google Shape;862;p87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63" name="Google Shape;863;p87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4" name="Google Shape;864;p87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5" name="Google Shape;865;p87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66" name="Google Shape;866;p87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7" name="Google Shape;867;p87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8" name="Google Shape;868;p87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69" name="Google Shape;869;p87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0" name="Google Shape;870;p87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71" name="Google Shape;871;p87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72" name="Google Shape;872;p87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3" name="Google Shape;873;p87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74" name="Google Shape;874;p87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75" name="Google Shape;875;p87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6" name="Google Shape;876;p87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7" name="Google Shape;877;p87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8" name="Google Shape;878;p87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9" name="Google Shape;879;p87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880" name="Google Shape;880;p87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87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882" name="Google Shape;882;p87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87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8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8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8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88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889" name="Google Shape;889;p8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88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1" name="Google Shape;891;p8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2" name="Google Shape;892;p88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88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88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88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p88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88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88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88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00" name="Google Shape;900;p88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01" name="Google Shape;901;p88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02" name="Google Shape;902;p88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03" name="Google Shape;903;p88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04" name="Google Shape;904;p88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05" name="Google Shape;905;p8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8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89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910" name="Google Shape;910;p8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8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12" name="Google Shape;912;p8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913" name="Google Shape;913;p89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89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89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89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89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8" name="Google Shape;918;p89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19" name="Google Shape;919;p89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20" name="Google Shape;920;p89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1" name="Google Shape;921;p89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22" name="Google Shape;922;p89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23" name="Google Shape;923;p89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4" name="Google Shape;924;p89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25" name="Google Shape;925;p89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26" name="Google Shape;926;p89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7" name="Google Shape;927;p89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28" name="Google Shape;928;p89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29" name="Google Shape;929;p89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30" name="Google Shape;930;p89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31" name="Google Shape;931;p89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32" name="Google Shape;932;p89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33" name="Google Shape;933;p8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8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9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90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938" name="Google Shape;938;p9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9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0" name="Google Shape;940;p9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1" name="Google Shape;941;p90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42" name="Google Shape;942;p90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43" name="Google Shape;943;p90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4" name="Google Shape;944;p90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45" name="Google Shape;945;p90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46" name="Google Shape;946;p90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7" name="Google Shape;947;p90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48" name="Google Shape;948;p90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49" name="Google Shape;949;p90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50" name="Google Shape;950;p90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51" name="Google Shape;951;p90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52" name="Google Shape;952;p90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53" name="Google Shape;953;p90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54" name="Google Shape;954;p90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55" name="Google Shape;955;p90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56" name="Google Shape;956;p9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9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9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91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91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962" name="Google Shape;962;p91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63" name="Google Shape;963;p9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91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65" name="Google Shape;965;p91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66" name="Google Shape;966;p91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91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91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91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9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9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9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92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92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76" name="Google Shape;976;p9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9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78" name="Google Shape;978;p9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79" name="Google Shape;979;p92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92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92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92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92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984" name="Google Shape;984;p9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9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9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93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9" name="Google Shape;989;p93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0" name="Google Shape;990;p93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91" name="Google Shape;991;p9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2" name="Google Shape;992;p93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3" name="Google Shape;993;p93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4" name="Google Shape;994;p9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5" name="Google Shape;995;p9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9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p94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99" name="Google Shape;999;p94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94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94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02" name="Google Shape;1002;p9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3" name="Google Shape;1003;p94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04" name="Google Shape;1004;p94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05" name="Google Shape;1005;p9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9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5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09" name="Google Shape;1009;p95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96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2" name="Google Shape;1012;p96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96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96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96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6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6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8" name="Google Shape;1018;p96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9" name="Google Shape;1019;p96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0" name="Google Shape;1020;p96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1" name="Google Shape;1021;p96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97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025" name="Google Shape;1025;p9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9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7" name="Google Shape;1027;p9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28" name="Google Shape;1028;p97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97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97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1" name="Google Shape;1031;p97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97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33" name="Google Shape;1033;p97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97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35" name="Google Shape;1035;p97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97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37" name="Google Shape;1037;p97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8" name="Google Shape;1038;p97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9" name="Google Shape;1039;p9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9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9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3" name="Google Shape;1043;p9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4" name="Google Shape;1044;p9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45" name="Google Shape;1045;p9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46" name="Google Shape;1046;p98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98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98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98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50" name="Google Shape;1050;p98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1" name="Google Shape;1051;p98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2" name="Google Shape;1052;p98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3" name="Google Shape;1053;p9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9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0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61" name="Google Shape;1061;p10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62" name="Google Shape;1062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5" name="Google Shape;1065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8" name="Google Shape;1068;p1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9" name="Google Shape;1069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2" name="Google Shape;1072;p10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3" name="Google Shape;1073;p10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4" name="Google Shape;1074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7" name="Google Shape;1077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0" name="Google Shape;1080;p10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1" name="Google Shape;1081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0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84" name="Google Shape;1084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0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0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88" name="Google Shape;1088;p10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9" name="Google Shape;1089;p10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0" name="Google Shape;1090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0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1093" name="Google Shape;1093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0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96" name="Google Shape;1096;p10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7" name="Google Shape;1097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1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2" name="Google Shape;1102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3" name="Google Shape;1103;p11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4" name="Google Shape;1104;p11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5" name="Google Shape;1105;p11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6" name="Google Shape;1106;p11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7" name="Google Shape;1107;p11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8" name="Google Shape;1108;p11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1" name="Google Shape;1111;p11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2" name="Google Shape;1112;p11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13" name="Google Shape;1113;p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6" name="Google Shape;1116;p11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17" name="Google Shape;1117;p11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8" name="Google Shape;1118;p11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9" name="Google Shape;1119;p11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20" name="Google Shape;1120;p11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3" name="Google Shape;1123;p11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4" name="Google Shape;1124;p11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5" name="Google Shape;1125;p11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6" name="Google Shape;1126;p1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7" name="Google Shape;1127;p11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28" name="Google Shape;1128;p11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29" name="Google Shape;1129;p11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2" name="Google Shape;1132;p11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3" name="Google Shape;1133;p11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4" name="Google Shape;1134;p11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5" name="Google Shape;1135;p11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6" name="Google Shape;1136;p11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37" name="Google Shape;1137;p11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38" name="Google Shape;1138;p11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39" name="Google Shape;1139;p11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40" name="Google Shape;1140;p11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3" name="Google Shape;1143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4" name="Google Shape;1144;p11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1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7" name="Google Shape;1147;p11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148" name="Google Shape;1148;p11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149" name="Google Shape;1149;p11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0" name="Google Shape;1150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1" name="Google Shape;1151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2" name="Google Shape;1152;p11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3" name="Google Shape;1153;p11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1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6" name="Google Shape;1156;p11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7" name="Google Shape;1157;p11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8" name="Google Shape;1158;p11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9" name="Google Shape;1159;p11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0" name="Google Shape;1160;p11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1" name="Google Shape;1161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2" name="Google Shape;1162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3" name="Google Shape;1163;p11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4" name="Google Shape;1164;p11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5" name="Google Shape;1165;p11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68" name="Google Shape;1168;p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1" name="Google Shape;1171;p12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2" name="Google Shape;1172;p12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3" name="Google Shape;1173;p12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4" name="Google Shape;1174;p12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5" name="Google Shape;1175;p12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6" name="Google Shape;1176;p12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7" name="Google Shape;1177;p12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8" name="Google Shape;1178;p12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9" name="Google Shape;1179;p12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0" name="Google Shape;1180;p12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21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3" name="Google Shape;1183;p121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4" name="Google Shape;1184;p121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85" name="Google Shape;1185;p121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6" name="Google Shape;1186;p121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7" name="Google Shape;1187;p121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2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12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1" name="Google Shape;1191;p12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2" name="Google Shape;1192;p12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93" name="Google Shape;1193;p12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94" name="Google Shape;1194;p122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5" name="Google Shape;1195;p122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96" name="Google Shape;1196;p122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97" name="Google Shape;1197;p12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2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123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23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123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3" name="Google Shape;1203;p123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204" name="Google Shape;1204;p12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5" name="Google Shape;1205;p123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6" name="Google Shape;1206;p123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7" name="Google Shape;1207;p12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12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2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124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12" name="Google Shape;1212;p124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213" name="Google Shape;1213;p124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214" name="Google Shape;1214;p124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215" name="Google Shape;1215;p124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16" name="Google Shape;1216;p124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17" name="Google Shape;1217;p124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218" name="Google Shape;1218;p12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9" name="Google Shape;1219;p124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20" name="Google Shape;1220;p124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21" name="Google Shape;1221;p124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22" name="Google Shape;1222;p124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23" name="Google Shape;1223;p124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24" name="Google Shape;1224;p124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25" name="Google Shape;1225;p124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226" name="Google Shape;1226;p124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27" name="Google Shape;1227;p124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228" name="Google Shape;1228;p124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29" name="Google Shape;1229;p124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230" name="Google Shape;1230;p12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12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2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4" name="Google Shape;1234;p125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125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125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37" name="Google Shape;1237;p125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38" name="Google Shape;1238;p125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39" name="Google Shape;1239;p125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240" name="Google Shape;1240;p12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1" name="Google Shape;1241;p125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42" name="Google Shape;1242;p125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43" name="Google Shape;1243;p12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4" name="Google Shape;1244;p12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26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p126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12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9" name="Google Shape;1249;p126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0" name="Google Shape;1250;p126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1" name="Google Shape;1251;p126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52" name="Google Shape;1252;p126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53" name="Google Shape;1253;p126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54" name="Google Shape;1254;p126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255" name="Google Shape;1255;p12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6" name="Google Shape;1256;p126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57" name="Google Shape;1257;p126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58" name="Google Shape;1258;p12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9" name="Google Shape;1259;p12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2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127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3" name="Google Shape;1263;p127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127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127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266" name="Google Shape;1266;p127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7" name="Google Shape;1267;p127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8" name="Google Shape;1268;p127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269" name="Google Shape;1269;p127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70" name="Google Shape;1270;p127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71" name="Google Shape;1271;p127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272" name="Google Shape;1272;p12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3" name="Google Shape;1273;p127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4" name="Google Shape;1274;p127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5" name="Google Shape;1275;p12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6" name="Google Shape;1276;p12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2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128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28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28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2" name="Google Shape;1282;p12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12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84" name="Google Shape;1284;p12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85" name="Google Shape;1285;p128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6" name="Google Shape;1286;p128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7" name="Google Shape;1287;p128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8" name="Google Shape;1288;p12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9" name="Google Shape;1289;p12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29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292" name="Google Shape;1292;p12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3" name="Google Shape;1293;p129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12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95" name="Google Shape;1295;p12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96" name="Google Shape;1296;p129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29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29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29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29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29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29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03" name="Google Shape;1303;p129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04" name="Google Shape;1304;p129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05" name="Google Shape;1305;p129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06" name="Google Shape;1306;p129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07" name="Google Shape;1307;p129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08" name="Google Shape;1308;p129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9" name="Google Shape;1309;p129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0" name="Google Shape;1310;p129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1" name="Google Shape;1311;p129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2" name="Google Shape;1312;p129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3" name="Google Shape;1313;p129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4" name="Google Shape;1314;p12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5" name="Google Shape;1315;p12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30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8" name="Google Shape;1318;p130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319" name="Google Shape;1319;p130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3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131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23" name="Google Shape;1323;p131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4" name="Google Shape;1324;p131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1325" name="Google Shape;1325;p13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6" name="Google Shape;1326;p131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27" name="Google Shape;1327;p131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28" name="Google Shape;1328;p13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9" name="Google Shape;1329;p13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32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1332" name="Google Shape;1332;p132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1333" name="Google Shape;1333;p13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4" name="Google Shape;1334;p132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35" name="Google Shape;1335;p132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36" name="Google Shape;1336;p132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7" name="Google Shape;1337;p132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8" name="Google Shape;1338;p132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39" name="Google Shape;1339;p13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0" name="Google Shape;1340;p132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1" name="Google Shape;1341;p132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2" name="Google Shape;1342;p13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13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3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p133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47" name="Google Shape;1347;p133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8" name="Google Shape;1348;p133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49" name="Google Shape;1349;p133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50" name="Google Shape;1350;p133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351" name="Google Shape;1351;p13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133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3" name="Google Shape;1353;p133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4" name="Google Shape;1354;p13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13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3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134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59" name="Google Shape;1359;p134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60" name="Google Shape;1360;p134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1" name="Google Shape;1361;p134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362" name="Google Shape;1362;p134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3" name="Google Shape;1363;p134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64" name="Google Shape;1364;p134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65" name="Google Shape;1365;p13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13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3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9" name="Google Shape;1369;p135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1370" name="Google Shape;1370;p13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13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72" name="Google Shape;1372;p13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73" name="Google Shape;1373;p13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13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3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7" name="Google Shape;1377;p136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136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9" name="Google Shape;1379;p136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0" name="Google Shape;1380;p136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1" name="Google Shape;1381;p136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2" name="Google Shape;1382;p136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1383" name="Google Shape;1383;p13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4" name="Google Shape;1384;p13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85" name="Google Shape;1385;p13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86" name="Google Shape;1386;p136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87" name="Google Shape;1387;p136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88" name="Google Shape;1388;p136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89" name="Google Shape;1389;p136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90" name="Google Shape;1390;p136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91" name="Google Shape;1391;p136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92" name="Google Shape;1392;p136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93" name="Google Shape;1393;p136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94" name="Google Shape;1394;p136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95" name="Google Shape;1395;p136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96" name="Google Shape;1396;p136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97" name="Google Shape;1397;p136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98" name="Google Shape;1398;p136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99" name="Google Shape;1399;p136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00" name="Google Shape;1400;p136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01" name="Google Shape;1401;p136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02" name="Google Shape;1402;p136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03" name="Google Shape;1403;p136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04" name="Google Shape;1404;p136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405" name="Google Shape;1405;p136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6" name="Google Shape;1406;p136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07" name="Google Shape;1407;p136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8" name="Google Shape;1408;p136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9" name="Google Shape;1409;p13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0" name="Google Shape;1410;p13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3" name="Google Shape;1413;p137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1414" name="Google Shape;1414;p13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5" name="Google Shape;1415;p137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16" name="Google Shape;1416;p13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17" name="Google Shape;1417;p137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8" name="Google Shape;1418;p137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9" name="Google Shape;1419;p137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0" name="Google Shape;1420;p137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1" name="Google Shape;1421;p137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2" name="Google Shape;1422;p137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3" name="Google Shape;1423;p137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4" name="Google Shape;1424;p137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25" name="Google Shape;1425;p137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26" name="Google Shape;1426;p137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27" name="Google Shape;1427;p137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28" name="Google Shape;1428;p137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29" name="Google Shape;1429;p137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30" name="Google Shape;1430;p13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1" name="Google Shape;1431;p13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3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4" name="Google Shape;1434;p138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1435" name="Google Shape;1435;p13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13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37" name="Google Shape;1437;p13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438" name="Google Shape;1438;p138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138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138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1" name="Google Shape;1441;p138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2" name="Google Shape;1442;p138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3" name="Google Shape;1443;p138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44" name="Google Shape;1444;p138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45" name="Google Shape;1445;p138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46" name="Google Shape;1446;p138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47" name="Google Shape;1447;p138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48" name="Google Shape;1448;p138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49" name="Google Shape;1449;p138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50" name="Google Shape;1450;p138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51" name="Google Shape;1451;p138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52" name="Google Shape;1452;p138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53" name="Google Shape;1453;p138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54" name="Google Shape;1454;p138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55" name="Google Shape;1455;p138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56" name="Google Shape;1456;p138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57" name="Google Shape;1457;p138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58" name="Google Shape;1458;p13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13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3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2" name="Google Shape;1462;p139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1463" name="Google Shape;1463;p13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4" name="Google Shape;1464;p13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65" name="Google Shape;1465;p13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66" name="Google Shape;1466;p139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67" name="Google Shape;1467;p139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68" name="Google Shape;1468;p139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69" name="Google Shape;1469;p139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70" name="Google Shape;1470;p139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1" name="Google Shape;1471;p139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72" name="Google Shape;1472;p139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73" name="Google Shape;1473;p139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4" name="Google Shape;1474;p139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75" name="Google Shape;1475;p139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76" name="Google Shape;1476;p139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7" name="Google Shape;1477;p139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78" name="Google Shape;1478;p139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79" name="Google Shape;1479;p139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80" name="Google Shape;1480;p139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81" name="Google Shape;1481;p13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2" name="Google Shape;1482;p13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4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5" name="Google Shape;1485;p140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40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487" name="Google Shape;1487;p140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488" name="Google Shape;1488;p14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9" name="Google Shape;1489;p140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90" name="Google Shape;1490;p140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91" name="Google Shape;1491;p140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2" name="Google Shape;1492;p140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3" name="Google Shape;1493;p140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4" name="Google Shape;1494;p140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14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6" name="Google Shape;1496;p14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4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141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141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501" name="Google Shape;1501;p14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2" name="Google Shape;1502;p14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03" name="Google Shape;1503;p14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04" name="Google Shape;1504;p141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141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141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141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141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509" name="Google Shape;1509;p14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0" name="Google Shape;1510;p14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4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3" name="Google Shape;1513;p142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14" name="Google Shape;1514;p142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5" name="Google Shape;1515;p142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516" name="Google Shape;1516;p14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7" name="Google Shape;1517;p142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8" name="Google Shape;1518;p142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9" name="Google Shape;1519;p14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0" name="Google Shape;1520;p14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14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143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24" name="Google Shape;1524;p143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143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143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527" name="Google Shape;1527;p14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8" name="Google Shape;1528;p143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29" name="Google Shape;1529;p143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30" name="Google Shape;1530;p14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1" name="Google Shape;1531;p14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144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34" name="Google Shape;1534;p144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45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7" name="Google Shape;1537;p145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145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145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145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145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145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3" name="Google Shape;1543;p145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4" name="Google Shape;1544;p145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5" name="Google Shape;1545;p145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6" name="Google Shape;1546;p145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4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9" name="Google Shape;1549;p146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550" name="Google Shape;1550;p14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1" name="Google Shape;1551;p14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2" name="Google Shape;1552;p14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553" name="Google Shape;1553;p146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4" name="Google Shape;1554;p146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146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p146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rgbClr val="DA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7" name="Google Shape;1557;p146"/>
          <p:cNvSpPr txBox="1"/>
          <p:nvPr>
            <p:ph idx="3" type="subTitle"/>
          </p:nvPr>
        </p:nvSpPr>
        <p:spPr>
          <a:xfrm>
            <a:off x="251400" y="2064000"/>
            <a:ext cx="27177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58" name="Google Shape;1558;p146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rgbClr val="9F9F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9" name="Google Shape;1559;p146"/>
          <p:cNvSpPr txBox="1"/>
          <p:nvPr>
            <p:ph idx="4" type="subTitle"/>
          </p:nvPr>
        </p:nvSpPr>
        <p:spPr>
          <a:xfrm>
            <a:off x="2243550" y="2995075"/>
            <a:ext cx="34938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60" name="Google Shape;1560;p146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1" name="Google Shape;1561;p146"/>
          <p:cNvSpPr txBox="1"/>
          <p:nvPr>
            <p:ph idx="5" type="subTitle"/>
          </p:nvPr>
        </p:nvSpPr>
        <p:spPr>
          <a:xfrm>
            <a:off x="4236800" y="3926175"/>
            <a:ext cx="3561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62" name="Google Shape;1562;p146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3" name="Google Shape;1563;p146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4" name="Google Shape;1564;p14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5" name="Google Shape;1565;p14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4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8" name="Google Shape;1568;p14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9" name="Google Shape;1569;p14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70" name="Google Shape;1570;p14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71" name="Google Shape;1571;p147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47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47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47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75" name="Google Shape;1575;p147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6" name="Google Shape;1576;p147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7" name="Google Shape;1577;p147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8" name="Google Shape;1578;p14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9" name="Google Shape;1579;p14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86" name="Google Shape;1586;p1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87" name="Google Shape;1587;p1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90" name="Google Shape;1590;p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3" name="Google Shape;1593;p1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4" name="Google Shape;1594;p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7" name="Google Shape;1597;p1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98" name="Google Shape;1598;p1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99" name="Google Shape;1599;p1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1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2" name="Google Shape;1602;p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1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05" name="Google Shape;1605;p1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6" name="Google Shape;1606;p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5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09" name="Google Shape;1609;p1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1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13" name="Google Shape;1613;p1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14" name="Google Shape;1614;p1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15" name="Google Shape;1615;p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1618" name="Google Shape;1618;p1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15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21" name="Google Shape;1621;p1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2" name="Google Shape;1622;p1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16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7" name="Google Shape;1627;p1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8" name="Google Shape;1628;p16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29" name="Google Shape;1629;p16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30" name="Google Shape;1630;p16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31" name="Google Shape;1631;p16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32" name="Google Shape;1632;p16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33" name="Google Shape;1633;p16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6" name="Google Shape;1636;p16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37" name="Google Shape;1637;p16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638" name="Google Shape;1638;p1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1" name="Google Shape;1641;p1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42" name="Google Shape;1642;p16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43" name="Google Shape;1643;p16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44" name="Google Shape;1644;p16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5" name="Google Shape;1645;p16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8" name="Google Shape;1648;p16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49" name="Google Shape;1649;p16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50" name="Google Shape;1650;p163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51" name="Google Shape;1651;p16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52" name="Google Shape;1652;p163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53" name="Google Shape;1653;p163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54" name="Google Shape;1654;p163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7" name="Google Shape;1657;p16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58" name="Google Shape;1658;p16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59" name="Google Shape;1659;p16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60" name="Google Shape;1660;p16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61" name="Google Shape;1661;p16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62" name="Google Shape;1662;p16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3" name="Google Shape;1663;p16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4" name="Google Shape;1664;p16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5" name="Google Shape;1665;p16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8" name="Google Shape;1668;p1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9" name="Google Shape;1669;p16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6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72" name="Google Shape;1672;p16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73" name="Google Shape;1673;p16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74" name="Google Shape;1674;p16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75" name="Google Shape;1675;p1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6" name="Google Shape;1676;p1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7" name="Google Shape;1677;p16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8" name="Google Shape;1678;p16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6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81" name="Google Shape;1681;p16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2" name="Google Shape;1682;p16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3" name="Google Shape;1683;p16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84" name="Google Shape;1684;p16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5" name="Google Shape;1685;p16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86" name="Google Shape;1686;p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7" name="Google Shape;1687;p1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8" name="Google Shape;1688;p16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89" name="Google Shape;1689;p16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0" name="Google Shape;1690;p16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6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93" name="Google Shape;1693;p1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6" name="Google Shape;1696;p16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7" name="Google Shape;1697;p16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8" name="Google Shape;1698;p16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9" name="Google Shape;1699;p16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0" name="Google Shape;1700;p16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1" name="Google Shape;1701;p16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2" name="Google Shape;1702;p16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3" name="Google Shape;1703;p16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4" name="Google Shape;1704;p16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5" name="Google Shape;1705;p16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70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08" name="Google Shape;1708;p170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9" name="Google Shape;1709;p170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10" name="Google Shape;1710;p170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11" name="Google Shape;1711;p170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12" name="Google Shape;1712;p170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7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5" name="Google Shape;1715;p17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6" name="Google Shape;1716;p17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7" name="Google Shape;1717;p17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18" name="Google Shape;1718;p17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19" name="Google Shape;1719;p171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171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721" name="Google Shape;1721;p171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22" name="Google Shape;1722;p17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7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5" name="Google Shape;1725;p172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72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172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8" name="Google Shape;1728;p172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729" name="Google Shape;1729;p17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0" name="Google Shape;1730;p172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1" name="Google Shape;1731;p172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2" name="Google Shape;1732;p17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3" name="Google Shape;1733;p17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17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6" name="Google Shape;1736;p173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37" name="Google Shape;1737;p173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738" name="Google Shape;1738;p173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739" name="Google Shape;1739;p173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740" name="Google Shape;1740;p173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41" name="Google Shape;1741;p173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42" name="Google Shape;1742;p173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743" name="Google Shape;1743;p17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4" name="Google Shape;1744;p173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45" name="Google Shape;1745;p173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46" name="Google Shape;1746;p173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47" name="Google Shape;1747;p173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48" name="Google Shape;1748;p173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49" name="Google Shape;1749;p173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50" name="Google Shape;1750;p173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751" name="Google Shape;1751;p173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52" name="Google Shape;1752;p173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753" name="Google Shape;1753;p173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54" name="Google Shape;1754;p173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755" name="Google Shape;1755;p17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6" name="Google Shape;1756;p17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17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9" name="Google Shape;1759;p174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174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1" name="Google Shape;1761;p174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62" name="Google Shape;1762;p174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63" name="Google Shape;1763;p174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64" name="Google Shape;1764;p174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765" name="Google Shape;1765;p17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6" name="Google Shape;1766;p174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67" name="Google Shape;1767;p174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68" name="Google Shape;1768;p17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9" name="Google Shape;1769;p17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175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2" name="Google Shape;1772;p175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17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4" name="Google Shape;1774;p175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5" name="Google Shape;1775;p175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6" name="Google Shape;1776;p175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77" name="Google Shape;1777;p175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78" name="Google Shape;1778;p175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79" name="Google Shape;1779;p175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780" name="Google Shape;1780;p17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1" name="Google Shape;1781;p175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82" name="Google Shape;1782;p175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83" name="Google Shape;1783;p17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4" name="Google Shape;1784;p17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7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176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176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176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0" name="Google Shape;1790;p176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791" name="Google Shape;1791;p176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2" name="Google Shape;1792;p176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3" name="Google Shape;1793;p176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794" name="Google Shape;1794;p176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795" name="Google Shape;1795;p176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796" name="Google Shape;1796;p176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797" name="Google Shape;1797;p17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8" name="Google Shape;1798;p176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9" name="Google Shape;1799;p176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0" name="Google Shape;1800;p17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1" name="Google Shape;1801;p17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7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4" name="Google Shape;1804;p177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177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177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7" name="Google Shape;1807;p17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8" name="Google Shape;1808;p17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09" name="Google Shape;1809;p17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10" name="Google Shape;1810;p177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1" name="Google Shape;1811;p177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2" name="Google Shape;1812;p177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3" name="Google Shape;1813;p17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4" name="Google Shape;1814;p17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78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817" name="Google Shape;1817;p17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8" name="Google Shape;1818;p17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9" name="Google Shape;1819;p17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20" name="Google Shape;1820;p17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21" name="Google Shape;1821;p178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178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178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178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178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178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27" name="Google Shape;1827;p178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28" name="Google Shape;1828;p178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29" name="Google Shape;1829;p178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30" name="Google Shape;1830;p178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31" name="Google Shape;1831;p178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32" name="Google Shape;1832;p178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3" name="Google Shape;1833;p178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4" name="Google Shape;1834;p178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5" name="Google Shape;1835;p178"/>
          <p:cNvSpPr txBox="1"/>
          <p:nvPr>
            <p:ph idx="6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6" name="Google Shape;1836;p17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7" name="Google Shape;1837;p17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8" name="Google Shape;1838;p178"/>
          <p:cNvSpPr/>
          <p:nvPr/>
        </p:nvSpPr>
        <p:spPr>
          <a:xfrm>
            <a:off x="6502495" y="33290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179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41" name="Google Shape;1841;p179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842" name="Google Shape;1842;p179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8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5" name="Google Shape;1845;p180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46" name="Google Shape;1846;p180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47" name="Google Shape;1847;p180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1848" name="Google Shape;1848;p18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9" name="Google Shape;1849;p180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50" name="Google Shape;1850;p180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51" name="Google Shape;1851;p18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2" name="Google Shape;1852;p18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81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1855" name="Google Shape;1855;p181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1856" name="Google Shape;1856;p18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7" name="Google Shape;1857;p181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58" name="Google Shape;1858;p181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59" name="Google Shape;1859;p181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0" name="Google Shape;1860;p181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61" name="Google Shape;1861;p181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62" name="Google Shape;1862;p18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3" name="Google Shape;1863;p181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4" name="Google Shape;1864;p181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5" name="Google Shape;1865;p18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6" name="Google Shape;1866;p18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8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9" name="Google Shape;1869;p182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70" name="Google Shape;1870;p182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71" name="Google Shape;1871;p182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72" name="Google Shape;1872;p182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73" name="Google Shape;1873;p182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874" name="Google Shape;1874;p18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5" name="Google Shape;1875;p182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6" name="Google Shape;1876;p182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7" name="Google Shape;1877;p18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8" name="Google Shape;1878;p18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18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1" name="Google Shape;1881;p183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82" name="Google Shape;1882;p183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83" name="Google Shape;1883;p183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4" name="Google Shape;1884;p183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885" name="Google Shape;1885;p18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6" name="Google Shape;1886;p183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87" name="Google Shape;1887;p183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88" name="Google Shape;1888;p18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9" name="Google Shape;1889;p18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8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2" name="Google Shape;1892;p184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1893" name="Google Shape;1893;p18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4" name="Google Shape;1894;p184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95" name="Google Shape;1895;p184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96" name="Google Shape;1896;p18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7" name="Google Shape;1897;p18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18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0" name="Google Shape;1900;p185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1" name="Google Shape;1901;p185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2" name="Google Shape;1902;p185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3" name="Google Shape;1903;p185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4" name="Google Shape;1904;p185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5" name="Google Shape;1905;p185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1906" name="Google Shape;1906;p18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7" name="Google Shape;1907;p18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08" name="Google Shape;1908;p18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09" name="Google Shape;1909;p185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10" name="Google Shape;1910;p185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11" name="Google Shape;1911;p185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12" name="Google Shape;1912;p185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13" name="Google Shape;1913;p185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14" name="Google Shape;1914;p185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15" name="Google Shape;1915;p185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16" name="Google Shape;1916;p185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17" name="Google Shape;1917;p185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18" name="Google Shape;1918;p185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19" name="Google Shape;1919;p185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20" name="Google Shape;1920;p185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21" name="Google Shape;1921;p185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22" name="Google Shape;1922;p185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23" name="Google Shape;1923;p185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24" name="Google Shape;1924;p185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25" name="Google Shape;1925;p185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26" name="Google Shape;1926;p185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27" name="Google Shape;1927;p185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928" name="Google Shape;1928;p185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9" name="Google Shape;1929;p185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30" name="Google Shape;1930;p185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185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2" name="Google Shape;1932;p18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18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18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6" name="Google Shape;1936;p186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1937" name="Google Shape;1937;p18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8" name="Google Shape;1938;p186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39" name="Google Shape;1939;p18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40" name="Google Shape;1940;p186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1" name="Google Shape;1941;p186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2" name="Google Shape;1942;p186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3" name="Google Shape;1943;p186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4" name="Google Shape;1944;p186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5" name="Google Shape;1945;p186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6" name="Google Shape;1946;p186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7" name="Google Shape;1947;p186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48" name="Google Shape;1948;p186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49" name="Google Shape;1949;p186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50" name="Google Shape;1950;p186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51" name="Google Shape;1951;p186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52" name="Google Shape;1952;p186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53" name="Google Shape;1953;p18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4" name="Google Shape;1954;p18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18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7" name="Google Shape;1957;p187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1958" name="Google Shape;1958;p18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9" name="Google Shape;1959;p18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60" name="Google Shape;1960;p18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961" name="Google Shape;1961;p187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2" name="Google Shape;1962;p187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3" name="Google Shape;1963;p187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4" name="Google Shape;1964;p187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5" name="Google Shape;1965;p187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6" name="Google Shape;1966;p187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67" name="Google Shape;1967;p187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68" name="Google Shape;1968;p187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69" name="Google Shape;1969;p187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70" name="Google Shape;1970;p187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71" name="Google Shape;1971;p187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72" name="Google Shape;1972;p187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73" name="Google Shape;1973;p187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74" name="Google Shape;1974;p187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75" name="Google Shape;1975;p187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76" name="Google Shape;1976;p187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77" name="Google Shape;1977;p187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78" name="Google Shape;1978;p187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79" name="Google Shape;1979;p187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80" name="Google Shape;1980;p187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1" name="Google Shape;1981;p18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2" name="Google Shape;1982;p18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18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5" name="Google Shape;1985;p188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1986" name="Google Shape;1986;p18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7" name="Google Shape;1987;p18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8" name="Google Shape;1988;p18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9" name="Google Shape;1989;p188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90" name="Google Shape;1990;p188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91" name="Google Shape;1991;p188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92" name="Google Shape;1992;p188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93" name="Google Shape;1993;p188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94" name="Google Shape;1994;p188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95" name="Google Shape;1995;p188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96" name="Google Shape;1996;p188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97" name="Google Shape;1997;p188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98" name="Google Shape;1998;p188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99" name="Google Shape;1999;p188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00" name="Google Shape;2000;p188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01" name="Google Shape;2001;p188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02" name="Google Shape;2002;p188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03" name="Google Shape;2003;p188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04" name="Google Shape;2004;p18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5" name="Google Shape;2005;p18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8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8" name="Google Shape;2008;p189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189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10" name="Google Shape;2010;p189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011" name="Google Shape;2011;p18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2" name="Google Shape;2012;p189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13" name="Google Shape;2013;p189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14" name="Google Shape;2014;p189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5" name="Google Shape;2015;p189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6" name="Google Shape;2016;p189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7" name="Google Shape;2017;p189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8" name="Google Shape;2018;p18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9" name="Google Shape;2019;p18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19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2" name="Google Shape;2022;p190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190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024" name="Google Shape;2024;p19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5" name="Google Shape;2025;p19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26" name="Google Shape;2026;p19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27" name="Google Shape;2027;p190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8" name="Google Shape;2028;p190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9" name="Google Shape;2029;p190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0" name="Google Shape;2030;p190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1" name="Google Shape;2031;p190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32" name="Google Shape;2032;p19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3" name="Google Shape;2033;p19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19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6" name="Google Shape;2036;p191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37" name="Google Shape;2037;p191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8" name="Google Shape;2038;p191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39" name="Google Shape;2039;p19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0" name="Google Shape;2040;p191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1" name="Google Shape;2041;p191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2" name="Google Shape;2042;p19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3" name="Google Shape;2043;p19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19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6" name="Google Shape;2046;p192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47" name="Google Shape;2047;p192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192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192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050" name="Google Shape;2050;p19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1" name="Google Shape;2051;p192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52" name="Google Shape;2052;p192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53" name="Google Shape;2053;p19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4" name="Google Shape;2054;p19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193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57" name="Google Shape;2057;p193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194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60" name="Google Shape;2060;p194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194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194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194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194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194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66" name="Google Shape;2066;p194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67" name="Google Shape;2067;p194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68" name="Google Shape;2068;p194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69" name="Google Shape;2069;p194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19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2" name="Google Shape;2072;p195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073" name="Google Shape;2073;p195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4" name="Google Shape;2074;p19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5" name="Google Shape;2075;p19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76" name="Google Shape;2076;p195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7" name="Google Shape;2077;p195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195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9" name="Google Shape;2079;p195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0" name="Google Shape;2080;p195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081" name="Google Shape;2081;p195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2" name="Google Shape;2082;p195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083" name="Google Shape;2083;p195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4" name="Google Shape;2084;p195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085" name="Google Shape;2085;p195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6" name="Google Shape;2086;p195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7" name="Google Shape;2087;p19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8" name="Google Shape;2088;p19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19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1" name="Google Shape;2091;p19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2" name="Google Shape;2092;p19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93" name="Google Shape;2093;p19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94" name="Google Shape;2094;p196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196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196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196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8" name="Google Shape;2098;p196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9" name="Google Shape;2099;p196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0" name="Google Shape;2100;p196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1" name="Google Shape;2101;p19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2" name="Google Shape;2102;p19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19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09" name="Google Shape;2109;p19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10" name="Google Shape;2110;p1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19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13" name="Google Shape;2113;p1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p2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6" name="Google Shape;2116;p20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17" name="Google Shape;2117;p2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2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0" name="Google Shape;2120;p20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21" name="Google Shape;2121;p20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22" name="Google Shape;2122;p2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2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5" name="Google Shape;2125;p2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20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28" name="Google Shape;2128;p20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29" name="Google Shape;2129;p2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20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32" name="Google Shape;2132;p2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20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20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36" name="Google Shape;2136;p20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37" name="Google Shape;2137;p20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8" name="Google Shape;2138;p2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20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2141" name="Google Shape;2141;p2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20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44" name="Google Shape;2144;p20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45" name="Google Shape;2145;p2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2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20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0" name="Google Shape;2150;p2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1" name="Google Shape;2151;p20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2" name="Google Shape;2152;p20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3" name="Google Shape;2153;p20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4" name="Google Shape;2154;p20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5" name="Google Shape;2155;p20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6" name="Google Shape;2156;p20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2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9" name="Google Shape;2159;p21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0" name="Google Shape;2160;p21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161" name="Google Shape;2161;p2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2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4" name="Google Shape;2164;p21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65" name="Google Shape;2165;p21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6" name="Google Shape;2166;p21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7" name="Google Shape;2167;p21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68" name="Google Shape;2168;p21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2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1" name="Google Shape;2171;p21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72" name="Google Shape;2172;p21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73" name="Google Shape;2173;p212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74" name="Google Shape;2174;p21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75" name="Google Shape;2175;p212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76" name="Google Shape;2176;p212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77" name="Google Shape;2177;p212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2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0" name="Google Shape;2180;p21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1" name="Google Shape;2181;p21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2" name="Google Shape;2182;p21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3" name="Google Shape;2183;p21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4" name="Google Shape;2184;p21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85" name="Google Shape;2185;p21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6" name="Google Shape;2186;p21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7" name="Google Shape;2187;p21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8" name="Google Shape;2188;p21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2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1" name="Google Shape;2191;p2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2" name="Google Shape;2192;p21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21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5" name="Google Shape;2195;p21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196" name="Google Shape;2196;p21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197" name="Google Shape;2197;p21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8" name="Google Shape;2198;p2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9" name="Google Shape;2199;p2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0" name="Google Shape;2200;p21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01" name="Google Shape;2201;p21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21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04" name="Google Shape;2204;p21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5" name="Google Shape;2205;p21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6" name="Google Shape;2206;p21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07" name="Google Shape;2207;p21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8" name="Google Shape;2208;p21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09" name="Google Shape;2209;p2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0" name="Google Shape;2210;p2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1" name="Google Shape;2211;p21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12" name="Google Shape;2212;p21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13" name="Google Shape;2213;p21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21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2216" name="Google Shape;2216;p2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2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9" name="Google Shape;2219;p21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0" name="Google Shape;2220;p21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1" name="Google Shape;2221;p21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2" name="Google Shape;2222;p21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3" name="Google Shape;2223;p21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4" name="Google Shape;2224;p21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5" name="Google Shape;2225;p21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6" name="Google Shape;2226;p21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7" name="Google Shape;2227;p21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8" name="Google Shape;2228;p21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219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31" name="Google Shape;2231;p219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32" name="Google Shape;2232;p219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33" name="Google Shape;2233;p219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34" name="Google Shape;2234;p219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35" name="Google Shape;2235;p219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22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8" name="Google Shape;2238;p22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9" name="Google Shape;2239;p22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0" name="Google Shape;2240;p22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41" name="Google Shape;2241;p22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42" name="Google Shape;2242;p220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3" name="Google Shape;2243;p220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244" name="Google Shape;2244;p220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45" name="Google Shape;2245;p22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22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8" name="Google Shape;2248;p221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221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221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1" name="Google Shape;2251;p221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252" name="Google Shape;2252;p22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3" name="Google Shape;2253;p221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4" name="Google Shape;2254;p221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5" name="Google Shape;2255;p22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6" name="Google Shape;2256;p22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22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9" name="Google Shape;2259;p222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60" name="Google Shape;2260;p222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61" name="Google Shape;2261;p222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62" name="Google Shape;2262;p222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63" name="Google Shape;2263;p222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64" name="Google Shape;2264;p222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65" name="Google Shape;2265;p222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266" name="Google Shape;2266;p22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7" name="Google Shape;2267;p222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68" name="Google Shape;2268;p222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69" name="Google Shape;2269;p222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70" name="Google Shape;2270;p222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71" name="Google Shape;2271;p222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72" name="Google Shape;2272;p222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73" name="Google Shape;2273;p222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74" name="Google Shape;2274;p222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75" name="Google Shape;2275;p222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76" name="Google Shape;2276;p222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77" name="Google Shape;2277;p222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278" name="Google Shape;2278;p22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9" name="Google Shape;2279;p22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22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2" name="Google Shape;2282;p223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3" name="Google Shape;2283;p223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4" name="Google Shape;2284;p223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85" name="Google Shape;2285;p223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86" name="Google Shape;2286;p223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87" name="Google Shape;2287;p223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288" name="Google Shape;2288;p22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9" name="Google Shape;2289;p223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90" name="Google Shape;2290;p223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91" name="Google Shape;2291;p22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2" name="Google Shape;2292;p22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224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5" name="Google Shape;2295;p224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6" name="Google Shape;2296;p22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7" name="Google Shape;2297;p224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8" name="Google Shape;2298;p224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9" name="Google Shape;2299;p224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00" name="Google Shape;2300;p224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01" name="Google Shape;2301;p224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02" name="Google Shape;2302;p224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303" name="Google Shape;2303;p22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4" name="Google Shape;2304;p224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05" name="Google Shape;2305;p224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06" name="Google Shape;2306;p22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7" name="Google Shape;2307;p22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22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0" name="Google Shape;2310;p225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1" name="Google Shape;2311;p225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2" name="Google Shape;2312;p225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3" name="Google Shape;2313;p225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314" name="Google Shape;2314;p225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5" name="Google Shape;2315;p225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6" name="Google Shape;2316;p225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317" name="Google Shape;2317;p225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318" name="Google Shape;2318;p225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319" name="Google Shape;2319;p225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320" name="Google Shape;2320;p225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1" name="Google Shape;2321;p225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2" name="Google Shape;2322;p225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3" name="Google Shape;2323;p22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4" name="Google Shape;2324;p22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22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7" name="Google Shape;2327;p226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226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226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0" name="Google Shape;2330;p22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1" name="Google Shape;2331;p22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32" name="Google Shape;2332;p22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33" name="Google Shape;2333;p226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34" name="Google Shape;2334;p226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35" name="Google Shape;2335;p226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36" name="Google Shape;2336;p22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7" name="Google Shape;2337;p22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227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340" name="Google Shape;2340;p22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1" name="Google Shape;2341;p22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2" name="Google Shape;2342;p22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43" name="Google Shape;2343;p22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44" name="Google Shape;2344;p227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227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227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227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227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227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227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51" name="Google Shape;2351;p227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52" name="Google Shape;2352;p227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53" name="Google Shape;2353;p227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54" name="Google Shape;2354;p227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55" name="Google Shape;2355;p227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56" name="Google Shape;2356;p227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57" name="Google Shape;2357;p227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58" name="Google Shape;2358;p227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59" name="Google Shape;2359;p227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0" name="Google Shape;2360;p227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1" name="Google Shape;2361;p227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2" name="Google Shape;2362;p22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3" name="Google Shape;2363;p22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228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66" name="Google Shape;2366;p228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367" name="Google Shape;2367;p228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22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0" name="Google Shape;2370;p229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71" name="Google Shape;2371;p229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2" name="Google Shape;2372;p229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2373" name="Google Shape;2373;p22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4" name="Google Shape;2374;p229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75" name="Google Shape;2375;p229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76" name="Google Shape;2376;p22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7" name="Google Shape;2377;p22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230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2380" name="Google Shape;2380;p230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2381" name="Google Shape;2381;p23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2" name="Google Shape;2382;p230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83" name="Google Shape;2383;p230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84" name="Google Shape;2384;p230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5" name="Google Shape;2385;p230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86" name="Google Shape;2386;p230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387" name="Google Shape;2387;p23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8" name="Google Shape;2388;p230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9" name="Google Shape;2389;p230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0" name="Google Shape;2390;p23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1" name="Google Shape;2391;p23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23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4" name="Google Shape;2394;p231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95" name="Google Shape;2395;p231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96" name="Google Shape;2396;p231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97" name="Google Shape;2397;p231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98" name="Google Shape;2398;p231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399" name="Google Shape;2399;p23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0" name="Google Shape;2400;p231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1" name="Google Shape;2401;p231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2" name="Google Shape;2402;p23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3" name="Google Shape;2403;p23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2404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p23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6" name="Google Shape;2406;p232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07" name="Google Shape;2407;p232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08" name="Google Shape;2408;p232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9" name="Google Shape;2409;p232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410" name="Google Shape;2410;p23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1" name="Google Shape;2411;p232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12" name="Google Shape;2412;p232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13" name="Google Shape;2413;p23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4" name="Google Shape;2414;p23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23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7" name="Google Shape;2417;p233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2418" name="Google Shape;2418;p23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9" name="Google Shape;2419;p23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20" name="Google Shape;2420;p23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21" name="Google Shape;2421;p23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2" name="Google Shape;2422;p23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23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5" name="Google Shape;2425;p234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6" name="Google Shape;2426;p234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7" name="Google Shape;2427;p234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8" name="Google Shape;2428;p234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9" name="Google Shape;2429;p234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0" name="Google Shape;2430;p234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2431" name="Google Shape;2431;p23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2" name="Google Shape;2432;p234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33" name="Google Shape;2433;p234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34" name="Google Shape;2434;p234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35" name="Google Shape;2435;p234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36" name="Google Shape;2436;p234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37" name="Google Shape;2437;p234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38" name="Google Shape;2438;p234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39" name="Google Shape;2439;p234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40" name="Google Shape;2440;p234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41" name="Google Shape;2441;p234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42" name="Google Shape;2442;p234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43" name="Google Shape;2443;p234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44" name="Google Shape;2444;p234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45" name="Google Shape;2445;p234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46" name="Google Shape;2446;p234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47" name="Google Shape;2447;p234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48" name="Google Shape;2448;p234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49" name="Google Shape;2449;p234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50" name="Google Shape;2450;p234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51" name="Google Shape;2451;p234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52" name="Google Shape;2452;p234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453" name="Google Shape;2453;p234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4" name="Google Shape;2454;p234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55" name="Google Shape;2455;p234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6" name="Google Shape;2456;p234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7" name="Google Shape;2457;p23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8" name="Google Shape;2458;p23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2459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p23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1" name="Google Shape;2461;p235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2462" name="Google Shape;2462;p23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3" name="Google Shape;2463;p235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64" name="Google Shape;2464;p23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65" name="Google Shape;2465;p235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6" name="Google Shape;2466;p235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7" name="Google Shape;2467;p235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8" name="Google Shape;2468;p235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9" name="Google Shape;2469;p235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0" name="Google Shape;2470;p235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1" name="Google Shape;2471;p235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2" name="Google Shape;2472;p235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73" name="Google Shape;2473;p235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74" name="Google Shape;2474;p235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75" name="Google Shape;2475;p235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76" name="Google Shape;2476;p235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77" name="Google Shape;2477;p235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78" name="Google Shape;2478;p23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9" name="Google Shape;2479;p23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p23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2" name="Google Shape;2482;p236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2483" name="Google Shape;2483;p23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4" name="Google Shape;2484;p23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85" name="Google Shape;2485;p23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486" name="Google Shape;2486;p236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7" name="Google Shape;2487;p236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8" name="Google Shape;2488;p236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9" name="Google Shape;2489;p236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0" name="Google Shape;2490;p236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1" name="Google Shape;2491;p236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92" name="Google Shape;2492;p236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93" name="Google Shape;2493;p236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94" name="Google Shape;2494;p236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95" name="Google Shape;2495;p236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96" name="Google Shape;2496;p236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97" name="Google Shape;2497;p236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98" name="Google Shape;2498;p236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99" name="Google Shape;2499;p236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00" name="Google Shape;2500;p236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01" name="Google Shape;2501;p236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02" name="Google Shape;2502;p236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03" name="Google Shape;2503;p236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04" name="Google Shape;2504;p236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05" name="Google Shape;2505;p236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06" name="Google Shape;2506;p23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7" name="Google Shape;2507;p23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23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0" name="Google Shape;2510;p237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2511" name="Google Shape;2511;p23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2" name="Google Shape;2512;p23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13" name="Google Shape;2513;p23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14" name="Google Shape;2514;p237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15" name="Google Shape;2515;p237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16" name="Google Shape;2516;p237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17" name="Google Shape;2517;p237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18" name="Google Shape;2518;p237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19" name="Google Shape;2519;p237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20" name="Google Shape;2520;p237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21" name="Google Shape;2521;p237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22" name="Google Shape;2522;p237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23" name="Google Shape;2523;p237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24" name="Google Shape;2524;p237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25" name="Google Shape;2525;p237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26" name="Google Shape;2526;p237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27" name="Google Shape;2527;p237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28" name="Google Shape;2528;p237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29" name="Google Shape;2529;p23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0" name="Google Shape;2530;p23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23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3" name="Google Shape;2533;p238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238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535" name="Google Shape;2535;p238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536" name="Google Shape;2536;p23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7" name="Google Shape;2537;p238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38" name="Google Shape;2538;p238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39" name="Google Shape;2539;p238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0" name="Google Shape;2540;p238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1" name="Google Shape;2541;p238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2" name="Google Shape;2542;p238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3" name="Google Shape;2543;p23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4" name="Google Shape;2544;p23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p23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7" name="Google Shape;2547;p239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8" name="Google Shape;2548;p239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549" name="Google Shape;2549;p23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0" name="Google Shape;2550;p23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51" name="Google Shape;2551;p23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52" name="Google Shape;2552;p239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3" name="Google Shape;2553;p239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4" name="Google Shape;2554;p239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5" name="Google Shape;2555;p239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6" name="Google Shape;2556;p239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557" name="Google Shape;2557;p23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8" name="Google Shape;2558;p23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24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1" name="Google Shape;2561;p240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62" name="Google Shape;2562;p240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3" name="Google Shape;2563;p240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564" name="Google Shape;2564;p24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5" name="Google Shape;2565;p240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6" name="Google Shape;2566;p240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7" name="Google Shape;2567;p24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8" name="Google Shape;2568;p24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24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1" name="Google Shape;2571;p241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72" name="Google Shape;2572;p241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rgbClr val="DA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241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rgbClr val="9F9F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241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575" name="Google Shape;2575;p24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6" name="Google Shape;2576;p241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77" name="Google Shape;2577;p241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78" name="Google Shape;2578;p24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9" name="Google Shape;2579;p24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242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82" name="Google Shape;2582;p242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2583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243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85" name="Google Shape;2585;p243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243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243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243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243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243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91" name="Google Shape;2591;p243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92" name="Google Shape;2592;p243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93" name="Google Shape;2593;p243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94" name="Google Shape;2594;p243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2595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p24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7" name="Google Shape;2597;p244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598" name="Google Shape;2598;p244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9" name="Google Shape;2599;p244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0" name="Google Shape;2600;p244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601" name="Google Shape;2601;p244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2" name="Google Shape;2602;p244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3" name="Google Shape;2603;p244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4" name="Google Shape;2604;p244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5" name="Google Shape;2605;p244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606" name="Google Shape;2606;p244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7" name="Google Shape;2607;p244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608" name="Google Shape;2608;p244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9" name="Google Shape;2609;p244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610" name="Google Shape;2610;p244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1" name="Google Shape;2611;p244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2" name="Google Shape;2612;p24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3" name="Google Shape;2613;p24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p24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16" name="Google Shape;2616;p24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7" name="Google Shape;2617;p24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618" name="Google Shape;2618;p24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619" name="Google Shape;2619;p245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245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245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245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23" name="Google Shape;2623;p245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24" name="Google Shape;2624;p245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25" name="Google Shape;2625;p245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26" name="Google Shape;2626;p24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7" name="Google Shape;2627;p24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2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34" name="Google Shape;2634;p2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35" name="Google Shape;2635;p2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2636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p2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38" name="Google Shape;2638;p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p2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1" name="Google Shape;2641;p2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42" name="Google Shape;2642;p2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2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5" name="Google Shape;2645;p2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46" name="Google Shape;2646;p2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47" name="Google Shape;2647;p2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p2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0" name="Google Shape;2650;p2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25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53" name="Google Shape;2653;p25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4" name="Google Shape;2654;p2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655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25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57" name="Google Shape;2657;p2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2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2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61" name="Google Shape;2661;p25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62" name="Google Shape;2662;p25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63" name="Google Shape;2663;p2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p25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2666" name="Google Shape;2666;p2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2667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p25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69" name="Google Shape;2669;p25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70" name="Google Shape;2670;p2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267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p2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25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5" name="Google Shape;2675;p2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6" name="Google Shape;2676;p25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77" name="Google Shape;2677;p25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78" name="Google Shape;2678;p25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79" name="Google Shape;2679;p25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80" name="Google Shape;2680;p25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81" name="Google Shape;2681;p25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2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4" name="Google Shape;2684;p25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85" name="Google Shape;2685;p25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86" name="Google Shape;2686;p2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2687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Google Shape;2688;p2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9" name="Google Shape;2689;p2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0" name="Google Shape;2690;p26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1" name="Google Shape;2691;p26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2" name="Google Shape;2692;p26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93" name="Google Shape;2693;p26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2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6" name="Google Shape;2696;p26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7" name="Google Shape;2697;p26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8" name="Google Shape;2698;p261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9" name="Google Shape;2699;p26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00" name="Google Shape;2700;p261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01" name="Google Shape;2701;p261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02" name="Google Shape;2702;p261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p2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5" name="Google Shape;2705;p26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06" name="Google Shape;2706;p26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07" name="Google Shape;2707;p26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08" name="Google Shape;2708;p26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09" name="Google Shape;2709;p26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10" name="Google Shape;2710;p26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11" name="Google Shape;2711;p26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12" name="Google Shape;2712;p26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13" name="Google Shape;2713;p26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2714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p2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6" name="Google Shape;2716;p2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7" name="Google Shape;2717;p26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26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20" name="Google Shape;2720;p26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21" name="Google Shape;2721;p26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22" name="Google Shape;2722;p26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23" name="Google Shape;2723;p2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4" name="Google Shape;2724;p2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5" name="Google Shape;2725;p26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26" name="Google Shape;2726;p26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p26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29" name="Google Shape;2729;p26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30" name="Google Shape;2730;p26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31" name="Google Shape;2731;p26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32" name="Google Shape;2732;p26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33" name="Google Shape;2733;p26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34" name="Google Shape;2734;p2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5" name="Google Shape;2735;p2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6" name="Google Shape;2736;p26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37" name="Google Shape;2737;p26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38" name="Google Shape;2738;p26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p26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2741" name="Google Shape;2741;p2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2742" name="Shape 2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Google Shape;2743;p2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4" name="Google Shape;2744;p26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45" name="Google Shape;2745;p26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46" name="Google Shape;2746;p26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47" name="Google Shape;2747;p26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48" name="Google Shape;2748;p26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49" name="Google Shape;2749;p26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50" name="Google Shape;2750;p26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1" name="Google Shape;2751;p26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52" name="Google Shape;2752;p26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53" name="Google Shape;2753;p26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2754" name="Shape 2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p268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56" name="Google Shape;2756;p268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57" name="Google Shape;2757;p268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58" name="Google Shape;2758;p268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59" name="Google Shape;2759;p268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60" name="Google Shape;2760;p268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276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p26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3" name="Google Shape;2763;p26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4" name="Google Shape;2764;p26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5" name="Google Shape;2765;p26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66" name="Google Shape;2766;p26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67" name="Google Shape;2767;p269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8" name="Google Shape;2768;p269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769" name="Google Shape;2769;p269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70" name="Google Shape;2770;p26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277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p27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3" name="Google Shape;2773;p270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p270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270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6" name="Google Shape;2776;p270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777" name="Google Shape;2777;p27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8" name="Google Shape;2778;p270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9" name="Google Shape;2779;p270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0" name="Google Shape;2780;p27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1" name="Google Shape;2781;p27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27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4" name="Google Shape;2784;p271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85" name="Google Shape;2785;p271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786" name="Google Shape;2786;p271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787" name="Google Shape;2787;p271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788" name="Google Shape;2788;p271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89" name="Google Shape;2789;p271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0" name="Google Shape;2790;p271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791" name="Google Shape;2791;p27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2" name="Google Shape;2792;p271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3" name="Google Shape;2793;p271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4" name="Google Shape;2794;p271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95" name="Google Shape;2795;p271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96" name="Google Shape;2796;p271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97" name="Google Shape;2797;p271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98" name="Google Shape;2798;p271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799" name="Google Shape;2799;p271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0" name="Google Shape;2800;p271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801" name="Google Shape;2801;p271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2" name="Google Shape;2802;p271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803" name="Google Shape;2803;p27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4" name="Google Shape;2804;p27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p27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07" name="Google Shape;2807;p272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8" name="Google Shape;2808;p272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9" name="Google Shape;2809;p272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0" name="Google Shape;2810;p272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1" name="Google Shape;2811;p272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2" name="Google Shape;2812;p272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813" name="Google Shape;2813;p27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4" name="Google Shape;2814;p272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5" name="Google Shape;2815;p272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6" name="Google Shape;2816;p27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7" name="Google Shape;2817;p27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2818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p273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0" name="Google Shape;2820;p273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1" name="Google Shape;2821;p27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2" name="Google Shape;2822;p273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3" name="Google Shape;2823;p273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4" name="Google Shape;2824;p273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25" name="Google Shape;2825;p273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26" name="Google Shape;2826;p273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27" name="Google Shape;2827;p273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828" name="Google Shape;2828;p27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9" name="Google Shape;2829;p273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30" name="Google Shape;2830;p273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31" name="Google Shape;2831;p27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2" name="Google Shape;2832;p27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27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5" name="Google Shape;2835;p274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6" name="Google Shape;2836;p274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7" name="Google Shape;2837;p274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8" name="Google Shape;2838;p274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839" name="Google Shape;2839;p274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0" name="Google Shape;2840;p274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1" name="Google Shape;2841;p274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842" name="Google Shape;2842;p274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843" name="Google Shape;2843;p274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844" name="Google Shape;2844;p274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845" name="Google Shape;2845;p274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6" name="Google Shape;2846;p274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7" name="Google Shape;2847;p274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8" name="Google Shape;2848;p27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9" name="Google Shape;2849;p27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2850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p27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2" name="Google Shape;2852;p275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275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275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55" name="Google Shape;2855;p275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6" name="Google Shape;2856;p27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57" name="Google Shape;2857;p27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58" name="Google Shape;2858;p275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59" name="Google Shape;2859;p275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60" name="Google Shape;2860;p275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61" name="Google Shape;2861;p27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2" name="Google Shape;2862;p27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2863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p276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865" name="Google Shape;2865;p27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6" name="Google Shape;2866;p27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7" name="Google Shape;2867;p27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68" name="Google Shape;2868;p27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69" name="Google Shape;2869;p276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p276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276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276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276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p276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276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76" name="Google Shape;2876;p276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77" name="Google Shape;2877;p276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78" name="Google Shape;2878;p276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79" name="Google Shape;2879;p276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80" name="Google Shape;2880;p276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81" name="Google Shape;2881;p276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2" name="Google Shape;2882;p276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3" name="Google Shape;2883;p276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4" name="Google Shape;2884;p276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5" name="Google Shape;2885;p276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6" name="Google Shape;2886;p276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7" name="Google Shape;2887;p27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8" name="Google Shape;2888;p27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2889" name="Shape 2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" name="Google Shape;2890;p277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91" name="Google Shape;2891;p277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892" name="Google Shape;2892;p277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2893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4;p27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5" name="Google Shape;2895;p278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96" name="Google Shape;2896;p278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97" name="Google Shape;2897;p278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2898" name="Google Shape;2898;p27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9" name="Google Shape;2899;p278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00" name="Google Shape;2900;p278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01" name="Google Shape;2901;p27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2" name="Google Shape;2902;p27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279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2905" name="Google Shape;2905;p279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2906" name="Google Shape;2906;p27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7" name="Google Shape;2907;p279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08" name="Google Shape;2908;p279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09" name="Google Shape;2909;p279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0" name="Google Shape;2910;p279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1" name="Google Shape;2911;p279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912" name="Google Shape;2912;p279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3" name="Google Shape;2913;p279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4" name="Google Shape;2914;p279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5" name="Google Shape;2915;p27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6" name="Google Shape;2916;p27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28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9" name="Google Shape;2919;p280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20" name="Google Shape;2920;p280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1" name="Google Shape;2921;p280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2" name="Google Shape;2922;p280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23" name="Google Shape;2923;p280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924" name="Google Shape;2924;p28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5" name="Google Shape;2925;p280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6" name="Google Shape;2926;p280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7" name="Google Shape;2927;p28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8" name="Google Shape;2928;p28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2929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28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1" name="Google Shape;2931;p281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32" name="Google Shape;2932;p281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33" name="Google Shape;2933;p281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4" name="Google Shape;2934;p281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935" name="Google Shape;2935;p28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6" name="Google Shape;2936;p281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37" name="Google Shape;2937;p281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38" name="Google Shape;2938;p28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9" name="Google Shape;2939;p28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p28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2" name="Google Shape;2942;p282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2943" name="Google Shape;2943;p28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4" name="Google Shape;2944;p28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45" name="Google Shape;2945;p28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46" name="Google Shape;2946;p28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7" name="Google Shape;2947;p28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2948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949;p28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0" name="Google Shape;2950;p283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1" name="Google Shape;2951;p283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2" name="Google Shape;2952;p283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3" name="Google Shape;2953;p283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4" name="Google Shape;2954;p283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5" name="Google Shape;2955;p283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2956" name="Google Shape;2956;p28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7" name="Google Shape;2957;p28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58" name="Google Shape;2958;p28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59" name="Google Shape;2959;p283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60" name="Google Shape;2960;p283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61" name="Google Shape;2961;p283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62" name="Google Shape;2962;p283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63" name="Google Shape;2963;p283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64" name="Google Shape;2964;p283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65" name="Google Shape;2965;p283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66" name="Google Shape;2966;p283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67" name="Google Shape;2967;p283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68" name="Google Shape;2968;p283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69" name="Google Shape;2969;p283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70" name="Google Shape;2970;p283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71" name="Google Shape;2971;p283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72" name="Google Shape;2972;p283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73" name="Google Shape;2973;p283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74" name="Google Shape;2974;p283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75" name="Google Shape;2975;p283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76" name="Google Shape;2976;p283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77" name="Google Shape;2977;p283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978" name="Google Shape;2978;p283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9" name="Google Shape;2979;p283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980" name="Google Shape;2980;p283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1" name="Google Shape;2981;p283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2" name="Google Shape;2982;p28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3" name="Google Shape;2983;p28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2984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p28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6" name="Google Shape;2986;p284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2987" name="Google Shape;2987;p28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8" name="Google Shape;2988;p284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89" name="Google Shape;2989;p284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90" name="Google Shape;2990;p284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1" name="Google Shape;2991;p284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2" name="Google Shape;2992;p284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3" name="Google Shape;2993;p284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4" name="Google Shape;2994;p284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5" name="Google Shape;2995;p284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6" name="Google Shape;2996;p284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7" name="Google Shape;2997;p284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98" name="Google Shape;2998;p284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99" name="Google Shape;2999;p284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00" name="Google Shape;3000;p284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01" name="Google Shape;3001;p284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02" name="Google Shape;3002;p284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03" name="Google Shape;3003;p28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4" name="Google Shape;3004;p28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28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7" name="Google Shape;3007;p285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008" name="Google Shape;3008;p28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9" name="Google Shape;3009;p28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10" name="Google Shape;3010;p28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3011" name="Google Shape;3011;p285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2" name="Google Shape;3012;p285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3" name="Google Shape;3013;p285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4" name="Google Shape;3014;p285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5" name="Google Shape;3015;p285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6" name="Google Shape;3016;p285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7" name="Google Shape;3017;p285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18" name="Google Shape;3018;p285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19" name="Google Shape;3019;p285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0" name="Google Shape;3020;p285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1" name="Google Shape;3021;p285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22" name="Google Shape;3022;p285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3" name="Google Shape;3023;p285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4" name="Google Shape;3024;p285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25" name="Google Shape;3025;p285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6" name="Google Shape;3026;p285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7" name="Google Shape;3027;p285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28" name="Google Shape;3028;p285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9" name="Google Shape;3029;p285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30" name="Google Shape;3030;p285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31" name="Google Shape;3031;p28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2" name="Google Shape;3032;p28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28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5" name="Google Shape;3035;p286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036" name="Google Shape;3036;p28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7" name="Google Shape;3037;p28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38" name="Google Shape;3038;p28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39" name="Google Shape;3039;p286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0" name="Google Shape;3040;p286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41" name="Google Shape;3041;p286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42" name="Google Shape;3042;p286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3" name="Google Shape;3043;p286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44" name="Google Shape;3044;p286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45" name="Google Shape;3045;p286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6" name="Google Shape;3046;p286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47" name="Google Shape;3047;p286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48" name="Google Shape;3048;p286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9" name="Google Shape;3049;p286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50" name="Google Shape;3050;p286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51" name="Google Shape;3051;p286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2" name="Google Shape;3052;p286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53" name="Google Shape;3053;p286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54" name="Google Shape;3054;p28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5" name="Google Shape;3055;p28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3056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p28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8" name="Google Shape;3058;p287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287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060" name="Google Shape;3060;p287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061" name="Google Shape;3061;p28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2" name="Google Shape;3062;p28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63" name="Google Shape;3063;p28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64" name="Google Shape;3064;p287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5" name="Google Shape;3065;p287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6" name="Google Shape;3066;p287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7" name="Google Shape;3067;p287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8" name="Google Shape;3068;p28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9" name="Google Shape;3069;p28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3070" name="Shape 3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1" name="Google Shape;3071;p28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2" name="Google Shape;3072;p288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3" name="Google Shape;3073;p288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074" name="Google Shape;3074;p28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5" name="Google Shape;3075;p28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76" name="Google Shape;3076;p28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77" name="Google Shape;3077;p288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8" name="Google Shape;3078;p288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9" name="Google Shape;3079;p288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0" name="Google Shape;3080;p288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1" name="Google Shape;3081;p288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082" name="Google Shape;3082;p28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3" name="Google Shape;3083;p28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3084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p28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6" name="Google Shape;3086;p289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87" name="Google Shape;3087;p289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8" name="Google Shape;3088;p289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089" name="Google Shape;3089;p289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0" name="Google Shape;3090;p289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1" name="Google Shape;3091;p289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2" name="Google Shape;3092;p28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3" name="Google Shape;3093;p28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29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6" name="Google Shape;3096;p290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97" name="Google Shape;3097;p290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p290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290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00" name="Google Shape;3100;p29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1" name="Google Shape;3101;p290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02" name="Google Shape;3102;p290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03" name="Google Shape;3103;p29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4" name="Google Shape;3104;p29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3105" name="Shape 3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Google Shape;3106;p291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07" name="Google Shape;3107;p291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3108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p292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10" name="Google Shape;3110;p292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292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292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292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292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p292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16" name="Google Shape;3116;p292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17" name="Google Shape;3117;p292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18" name="Google Shape;3118;p292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19" name="Google Shape;3119;p292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3120" name="Shape 3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1" name="Google Shape;3121;p29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2" name="Google Shape;3122;p293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123" name="Google Shape;3123;p29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4" name="Google Shape;3124;p29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5" name="Google Shape;3125;p29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126" name="Google Shape;3126;p293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7" name="Google Shape;3127;p293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8" name="Google Shape;3128;p293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9" name="Google Shape;3129;p293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0" name="Google Shape;3130;p293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131" name="Google Shape;3131;p293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2" name="Google Shape;3132;p293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133" name="Google Shape;3133;p293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4" name="Google Shape;3134;p293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135" name="Google Shape;3135;p293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6" name="Google Shape;3136;p293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7" name="Google Shape;3137;p29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8" name="Google Shape;3138;p29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3139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p29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1" name="Google Shape;3141;p29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2" name="Google Shape;3142;p294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43" name="Google Shape;3143;p294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44" name="Google Shape;3144;p294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294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6" name="Google Shape;3146;p294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p294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48" name="Google Shape;3148;p294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9" name="Google Shape;3149;p294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0" name="Google Shape;3150;p294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1" name="Google Shape;3151;p29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2" name="Google Shape;3152;p29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91.xml"/><Relationship Id="rId46" Type="http://schemas.openxmlformats.org/officeDocument/2006/relationships/slideLayout" Target="../slideLayouts/slideLayout94.xml"/><Relationship Id="rId45" Type="http://schemas.openxmlformats.org/officeDocument/2006/relationships/slideLayout" Target="../slideLayouts/slideLayout93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48" Type="http://schemas.openxmlformats.org/officeDocument/2006/relationships/slideLayout" Target="../slideLayouts/slideLayout96.xml"/><Relationship Id="rId47" Type="http://schemas.openxmlformats.org/officeDocument/2006/relationships/slideLayout" Target="../slideLayouts/slideLayout95.xml"/><Relationship Id="rId49" Type="http://schemas.openxmlformats.org/officeDocument/2006/relationships/theme" Target="../theme/theme5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6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36.xml"/><Relationship Id="rId42" Type="http://schemas.openxmlformats.org/officeDocument/2006/relationships/slideLayout" Target="../slideLayouts/slideLayout138.xml"/><Relationship Id="rId41" Type="http://schemas.openxmlformats.org/officeDocument/2006/relationships/slideLayout" Target="../slideLayouts/slideLayout137.xml"/><Relationship Id="rId44" Type="http://schemas.openxmlformats.org/officeDocument/2006/relationships/slideLayout" Target="../slideLayouts/slideLayout140.xml"/><Relationship Id="rId43" Type="http://schemas.openxmlformats.org/officeDocument/2006/relationships/slideLayout" Target="../slideLayouts/slideLayout139.xml"/><Relationship Id="rId46" Type="http://schemas.openxmlformats.org/officeDocument/2006/relationships/slideLayout" Target="../slideLayouts/slideLayout142.xml"/><Relationship Id="rId45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9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48" Type="http://schemas.openxmlformats.org/officeDocument/2006/relationships/slideLayout" Target="../slideLayouts/slideLayout144.xml"/><Relationship Id="rId47" Type="http://schemas.openxmlformats.org/officeDocument/2006/relationships/slideLayout" Target="../slideLayouts/slideLayout143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4.xml"/><Relationship Id="rId31" Type="http://schemas.openxmlformats.org/officeDocument/2006/relationships/slideLayout" Target="../slideLayouts/slideLayout127.xml"/><Relationship Id="rId30" Type="http://schemas.openxmlformats.org/officeDocument/2006/relationships/slideLayout" Target="../slideLayouts/slideLayout126.xml"/><Relationship Id="rId33" Type="http://schemas.openxmlformats.org/officeDocument/2006/relationships/slideLayout" Target="../slideLayouts/slideLayout129.xml"/><Relationship Id="rId32" Type="http://schemas.openxmlformats.org/officeDocument/2006/relationships/slideLayout" Target="../slideLayouts/slideLayout128.xml"/><Relationship Id="rId35" Type="http://schemas.openxmlformats.org/officeDocument/2006/relationships/slideLayout" Target="../slideLayouts/slideLayout131.xml"/><Relationship Id="rId34" Type="http://schemas.openxmlformats.org/officeDocument/2006/relationships/slideLayout" Target="../slideLayouts/slideLayout130.xml"/><Relationship Id="rId37" Type="http://schemas.openxmlformats.org/officeDocument/2006/relationships/slideLayout" Target="../slideLayouts/slideLayout133.xml"/><Relationship Id="rId36" Type="http://schemas.openxmlformats.org/officeDocument/2006/relationships/slideLayout" Target="../slideLayouts/slideLayout132.xml"/><Relationship Id="rId39" Type="http://schemas.openxmlformats.org/officeDocument/2006/relationships/slideLayout" Target="../slideLayouts/slideLayout135.xml"/><Relationship Id="rId38" Type="http://schemas.openxmlformats.org/officeDocument/2006/relationships/slideLayout" Target="../slideLayouts/slideLayout134.xml"/><Relationship Id="rId20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18.xml"/><Relationship Id="rId21" Type="http://schemas.openxmlformats.org/officeDocument/2006/relationships/slideLayout" Target="../slideLayouts/slideLayout117.xml"/><Relationship Id="rId24" Type="http://schemas.openxmlformats.org/officeDocument/2006/relationships/slideLayout" Target="../slideLayouts/slideLayout120.xml"/><Relationship Id="rId23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122.xml"/><Relationship Id="rId25" Type="http://schemas.openxmlformats.org/officeDocument/2006/relationships/slideLayout" Target="../slideLayouts/slideLayout121.xml"/><Relationship Id="rId28" Type="http://schemas.openxmlformats.org/officeDocument/2006/relationships/slideLayout" Target="../slideLayouts/slideLayout124.xml"/><Relationship Id="rId27" Type="http://schemas.openxmlformats.org/officeDocument/2006/relationships/slideLayout" Target="../slideLayouts/slideLayout123.xml"/><Relationship Id="rId29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14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84.xml"/><Relationship Id="rId42" Type="http://schemas.openxmlformats.org/officeDocument/2006/relationships/slideLayout" Target="../slideLayouts/slideLayout186.xml"/><Relationship Id="rId41" Type="http://schemas.openxmlformats.org/officeDocument/2006/relationships/slideLayout" Target="../slideLayouts/slideLayout185.xml"/><Relationship Id="rId44" Type="http://schemas.openxmlformats.org/officeDocument/2006/relationships/slideLayout" Target="../slideLayouts/slideLayout188.xml"/><Relationship Id="rId43" Type="http://schemas.openxmlformats.org/officeDocument/2006/relationships/slideLayout" Target="../slideLayouts/slideLayout187.xml"/><Relationship Id="rId46" Type="http://schemas.openxmlformats.org/officeDocument/2006/relationships/slideLayout" Target="../slideLayouts/slideLayout190.xml"/><Relationship Id="rId45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48" Type="http://schemas.openxmlformats.org/officeDocument/2006/relationships/slideLayout" Target="../slideLayouts/slideLayout192.xml"/><Relationship Id="rId47" Type="http://schemas.openxmlformats.org/officeDocument/2006/relationships/slideLayout" Target="../slideLayouts/slideLayout191.xml"/><Relationship Id="rId49" Type="http://schemas.openxmlformats.org/officeDocument/2006/relationships/theme" Target="../theme/theme4.xml"/><Relationship Id="rId5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2.xml"/><Relationship Id="rId31" Type="http://schemas.openxmlformats.org/officeDocument/2006/relationships/slideLayout" Target="../slideLayouts/slideLayout175.xml"/><Relationship Id="rId30" Type="http://schemas.openxmlformats.org/officeDocument/2006/relationships/slideLayout" Target="../slideLayouts/slideLayout174.xml"/><Relationship Id="rId33" Type="http://schemas.openxmlformats.org/officeDocument/2006/relationships/slideLayout" Target="../slideLayouts/slideLayout177.xml"/><Relationship Id="rId32" Type="http://schemas.openxmlformats.org/officeDocument/2006/relationships/slideLayout" Target="../slideLayouts/slideLayout176.xml"/><Relationship Id="rId35" Type="http://schemas.openxmlformats.org/officeDocument/2006/relationships/slideLayout" Target="../slideLayouts/slideLayout179.xml"/><Relationship Id="rId34" Type="http://schemas.openxmlformats.org/officeDocument/2006/relationships/slideLayout" Target="../slideLayouts/slideLayout178.xml"/><Relationship Id="rId37" Type="http://schemas.openxmlformats.org/officeDocument/2006/relationships/slideLayout" Target="../slideLayouts/slideLayout181.xml"/><Relationship Id="rId36" Type="http://schemas.openxmlformats.org/officeDocument/2006/relationships/slideLayout" Target="../slideLayouts/slideLayout180.xml"/><Relationship Id="rId39" Type="http://schemas.openxmlformats.org/officeDocument/2006/relationships/slideLayout" Target="../slideLayouts/slideLayout183.xml"/><Relationship Id="rId38" Type="http://schemas.openxmlformats.org/officeDocument/2006/relationships/slideLayout" Target="../slideLayouts/slideLayout182.xml"/><Relationship Id="rId20" Type="http://schemas.openxmlformats.org/officeDocument/2006/relationships/slideLayout" Target="../slideLayouts/slideLayout164.xml"/><Relationship Id="rId22" Type="http://schemas.openxmlformats.org/officeDocument/2006/relationships/slideLayout" Target="../slideLayouts/slideLayout166.xml"/><Relationship Id="rId21" Type="http://schemas.openxmlformats.org/officeDocument/2006/relationships/slideLayout" Target="../slideLayouts/slideLayout165.xml"/><Relationship Id="rId24" Type="http://schemas.openxmlformats.org/officeDocument/2006/relationships/slideLayout" Target="../slideLayouts/slideLayout168.xml"/><Relationship Id="rId23" Type="http://schemas.openxmlformats.org/officeDocument/2006/relationships/slideLayout" Target="../slideLayouts/slideLayout167.xml"/><Relationship Id="rId26" Type="http://schemas.openxmlformats.org/officeDocument/2006/relationships/slideLayout" Target="../slideLayouts/slideLayout170.xml"/><Relationship Id="rId25" Type="http://schemas.openxmlformats.org/officeDocument/2006/relationships/slideLayout" Target="../slideLayouts/slideLayout169.xml"/><Relationship Id="rId28" Type="http://schemas.openxmlformats.org/officeDocument/2006/relationships/slideLayout" Target="../slideLayouts/slideLayout172.xml"/><Relationship Id="rId27" Type="http://schemas.openxmlformats.org/officeDocument/2006/relationships/slideLayout" Target="../slideLayouts/slideLayout171.xml"/><Relationship Id="rId29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7.xml"/><Relationship Id="rId12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9.xml"/><Relationship Id="rId14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61.xml"/><Relationship Id="rId16" Type="http://schemas.openxmlformats.org/officeDocument/2006/relationships/slideLayout" Target="../slideLayouts/slideLayout160.xml"/><Relationship Id="rId19" Type="http://schemas.openxmlformats.org/officeDocument/2006/relationships/slideLayout" Target="../slideLayouts/slideLayout163.xml"/><Relationship Id="rId18" Type="http://schemas.openxmlformats.org/officeDocument/2006/relationships/slideLayout" Target="../slideLayouts/slideLayout162.xml"/></Relationships>
</file>

<file path=ppt/slideMasters/_rels/slideMaster5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32.xml"/><Relationship Id="rId42" Type="http://schemas.openxmlformats.org/officeDocument/2006/relationships/slideLayout" Target="../slideLayouts/slideLayout234.xml"/><Relationship Id="rId41" Type="http://schemas.openxmlformats.org/officeDocument/2006/relationships/slideLayout" Target="../slideLayouts/slideLayout233.xml"/><Relationship Id="rId44" Type="http://schemas.openxmlformats.org/officeDocument/2006/relationships/slideLayout" Target="../slideLayouts/slideLayout236.xml"/><Relationship Id="rId43" Type="http://schemas.openxmlformats.org/officeDocument/2006/relationships/slideLayout" Target="../slideLayouts/slideLayout235.xml"/><Relationship Id="rId46" Type="http://schemas.openxmlformats.org/officeDocument/2006/relationships/slideLayout" Target="../slideLayouts/slideLayout238.xml"/><Relationship Id="rId45" Type="http://schemas.openxmlformats.org/officeDocument/2006/relationships/slideLayout" Target="../slideLayouts/slideLayout237.xml"/><Relationship Id="rId1" Type="http://schemas.openxmlformats.org/officeDocument/2006/relationships/slideLayout" Target="../slideLayouts/slideLayout193.xml"/><Relationship Id="rId2" Type="http://schemas.openxmlformats.org/officeDocument/2006/relationships/slideLayout" Target="../slideLayouts/slideLayout194.xml"/><Relationship Id="rId3" Type="http://schemas.openxmlformats.org/officeDocument/2006/relationships/slideLayout" Target="../slideLayouts/slideLayout195.xml"/><Relationship Id="rId4" Type="http://schemas.openxmlformats.org/officeDocument/2006/relationships/slideLayout" Target="../slideLayouts/slideLayout196.xml"/><Relationship Id="rId9" Type="http://schemas.openxmlformats.org/officeDocument/2006/relationships/slideLayout" Target="../slideLayouts/slideLayout201.xml"/><Relationship Id="rId48" Type="http://schemas.openxmlformats.org/officeDocument/2006/relationships/slideLayout" Target="../slideLayouts/slideLayout240.xml"/><Relationship Id="rId47" Type="http://schemas.openxmlformats.org/officeDocument/2006/relationships/slideLayout" Target="../slideLayouts/slideLayout239.xml"/><Relationship Id="rId49" Type="http://schemas.openxmlformats.org/officeDocument/2006/relationships/theme" Target="../theme/theme7.xml"/><Relationship Id="rId5" Type="http://schemas.openxmlformats.org/officeDocument/2006/relationships/slideLayout" Target="../slideLayouts/slideLayout197.xml"/><Relationship Id="rId6" Type="http://schemas.openxmlformats.org/officeDocument/2006/relationships/slideLayout" Target="../slideLayouts/slideLayout198.xml"/><Relationship Id="rId7" Type="http://schemas.openxmlformats.org/officeDocument/2006/relationships/slideLayout" Target="../slideLayouts/slideLayout199.xml"/><Relationship Id="rId8" Type="http://schemas.openxmlformats.org/officeDocument/2006/relationships/slideLayout" Target="../slideLayouts/slideLayout200.xml"/><Relationship Id="rId31" Type="http://schemas.openxmlformats.org/officeDocument/2006/relationships/slideLayout" Target="../slideLayouts/slideLayout223.xml"/><Relationship Id="rId30" Type="http://schemas.openxmlformats.org/officeDocument/2006/relationships/slideLayout" Target="../slideLayouts/slideLayout222.xml"/><Relationship Id="rId33" Type="http://schemas.openxmlformats.org/officeDocument/2006/relationships/slideLayout" Target="../slideLayouts/slideLayout225.xml"/><Relationship Id="rId32" Type="http://schemas.openxmlformats.org/officeDocument/2006/relationships/slideLayout" Target="../slideLayouts/slideLayout224.xml"/><Relationship Id="rId35" Type="http://schemas.openxmlformats.org/officeDocument/2006/relationships/slideLayout" Target="../slideLayouts/slideLayout227.xml"/><Relationship Id="rId34" Type="http://schemas.openxmlformats.org/officeDocument/2006/relationships/slideLayout" Target="../slideLayouts/slideLayout226.xml"/><Relationship Id="rId37" Type="http://schemas.openxmlformats.org/officeDocument/2006/relationships/slideLayout" Target="../slideLayouts/slideLayout229.xml"/><Relationship Id="rId36" Type="http://schemas.openxmlformats.org/officeDocument/2006/relationships/slideLayout" Target="../slideLayouts/slideLayout228.xml"/><Relationship Id="rId39" Type="http://schemas.openxmlformats.org/officeDocument/2006/relationships/slideLayout" Target="../slideLayouts/slideLayout231.xml"/><Relationship Id="rId38" Type="http://schemas.openxmlformats.org/officeDocument/2006/relationships/slideLayout" Target="../slideLayouts/slideLayout230.xml"/><Relationship Id="rId20" Type="http://schemas.openxmlformats.org/officeDocument/2006/relationships/slideLayout" Target="../slideLayouts/slideLayout212.xml"/><Relationship Id="rId22" Type="http://schemas.openxmlformats.org/officeDocument/2006/relationships/slideLayout" Target="../slideLayouts/slideLayout214.xml"/><Relationship Id="rId21" Type="http://schemas.openxmlformats.org/officeDocument/2006/relationships/slideLayout" Target="../slideLayouts/slideLayout213.xml"/><Relationship Id="rId24" Type="http://schemas.openxmlformats.org/officeDocument/2006/relationships/slideLayout" Target="../slideLayouts/slideLayout216.xml"/><Relationship Id="rId23" Type="http://schemas.openxmlformats.org/officeDocument/2006/relationships/slideLayout" Target="../slideLayouts/slideLayout215.xml"/><Relationship Id="rId26" Type="http://schemas.openxmlformats.org/officeDocument/2006/relationships/slideLayout" Target="../slideLayouts/slideLayout218.xml"/><Relationship Id="rId25" Type="http://schemas.openxmlformats.org/officeDocument/2006/relationships/slideLayout" Target="../slideLayouts/slideLayout217.xml"/><Relationship Id="rId28" Type="http://schemas.openxmlformats.org/officeDocument/2006/relationships/slideLayout" Target="../slideLayouts/slideLayout220.xml"/><Relationship Id="rId27" Type="http://schemas.openxmlformats.org/officeDocument/2006/relationships/slideLayout" Target="../slideLayouts/slideLayout219.xml"/><Relationship Id="rId29" Type="http://schemas.openxmlformats.org/officeDocument/2006/relationships/slideLayout" Target="../slideLayouts/slideLayout221.xml"/><Relationship Id="rId11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202.xml"/><Relationship Id="rId13" Type="http://schemas.openxmlformats.org/officeDocument/2006/relationships/slideLayout" Target="../slideLayouts/slideLayout205.xml"/><Relationship Id="rId12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207.xml"/><Relationship Id="rId14" Type="http://schemas.openxmlformats.org/officeDocument/2006/relationships/slideLayout" Target="../slideLayouts/slideLayout206.xml"/><Relationship Id="rId17" Type="http://schemas.openxmlformats.org/officeDocument/2006/relationships/slideLayout" Target="../slideLayouts/slideLayout209.xml"/><Relationship Id="rId16" Type="http://schemas.openxmlformats.org/officeDocument/2006/relationships/slideLayout" Target="../slideLayouts/slideLayout208.xml"/><Relationship Id="rId19" Type="http://schemas.openxmlformats.org/officeDocument/2006/relationships/slideLayout" Target="../slideLayouts/slideLayout211.xml"/><Relationship Id="rId18" Type="http://schemas.openxmlformats.org/officeDocument/2006/relationships/slideLayout" Target="../slideLayouts/slideLayout210.xml"/></Relationships>
</file>

<file path=ppt/slideMasters/_rels/slideMaster6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80.xml"/><Relationship Id="rId42" Type="http://schemas.openxmlformats.org/officeDocument/2006/relationships/slideLayout" Target="../slideLayouts/slideLayout282.xml"/><Relationship Id="rId41" Type="http://schemas.openxmlformats.org/officeDocument/2006/relationships/slideLayout" Target="../slideLayouts/slideLayout281.xml"/><Relationship Id="rId44" Type="http://schemas.openxmlformats.org/officeDocument/2006/relationships/slideLayout" Target="../slideLayouts/slideLayout284.xml"/><Relationship Id="rId43" Type="http://schemas.openxmlformats.org/officeDocument/2006/relationships/slideLayout" Target="../slideLayouts/slideLayout283.xml"/><Relationship Id="rId46" Type="http://schemas.openxmlformats.org/officeDocument/2006/relationships/slideLayout" Target="../slideLayouts/slideLayout286.xml"/><Relationship Id="rId45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41.xml"/><Relationship Id="rId2" Type="http://schemas.openxmlformats.org/officeDocument/2006/relationships/slideLayout" Target="../slideLayouts/slideLayout242.xml"/><Relationship Id="rId3" Type="http://schemas.openxmlformats.org/officeDocument/2006/relationships/slideLayout" Target="../slideLayouts/slideLayout243.xml"/><Relationship Id="rId4" Type="http://schemas.openxmlformats.org/officeDocument/2006/relationships/slideLayout" Target="../slideLayouts/slideLayout244.xml"/><Relationship Id="rId9" Type="http://schemas.openxmlformats.org/officeDocument/2006/relationships/slideLayout" Target="../slideLayouts/slideLayout249.xml"/><Relationship Id="rId48" Type="http://schemas.openxmlformats.org/officeDocument/2006/relationships/slideLayout" Target="../slideLayouts/slideLayout288.xml"/><Relationship Id="rId47" Type="http://schemas.openxmlformats.org/officeDocument/2006/relationships/slideLayout" Target="../slideLayouts/slideLayout287.xml"/><Relationship Id="rId49" Type="http://schemas.openxmlformats.org/officeDocument/2006/relationships/theme" Target="../theme/theme6.xml"/><Relationship Id="rId5" Type="http://schemas.openxmlformats.org/officeDocument/2006/relationships/slideLayout" Target="../slideLayouts/slideLayout245.xml"/><Relationship Id="rId6" Type="http://schemas.openxmlformats.org/officeDocument/2006/relationships/slideLayout" Target="../slideLayouts/slideLayout246.xml"/><Relationship Id="rId7" Type="http://schemas.openxmlformats.org/officeDocument/2006/relationships/slideLayout" Target="../slideLayouts/slideLayout247.xml"/><Relationship Id="rId8" Type="http://schemas.openxmlformats.org/officeDocument/2006/relationships/slideLayout" Target="../slideLayouts/slideLayout248.xml"/><Relationship Id="rId31" Type="http://schemas.openxmlformats.org/officeDocument/2006/relationships/slideLayout" Target="../slideLayouts/slideLayout271.xml"/><Relationship Id="rId30" Type="http://schemas.openxmlformats.org/officeDocument/2006/relationships/slideLayout" Target="../slideLayouts/slideLayout270.xml"/><Relationship Id="rId33" Type="http://schemas.openxmlformats.org/officeDocument/2006/relationships/slideLayout" Target="../slideLayouts/slideLayout273.xml"/><Relationship Id="rId32" Type="http://schemas.openxmlformats.org/officeDocument/2006/relationships/slideLayout" Target="../slideLayouts/slideLayout272.xml"/><Relationship Id="rId35" Type="http://schemas.openxmlformats.org/officeDocument/2006/relationships/slideLayout" Target="../slideLayouts/slideLayout275.xml"/><Relationship Id="rId34" Type="http://schemas.openxmlformats.org/officeDocument/2006/relationships/slideLayout" Target="../slideLayouts/slideLayout274.xml"/><Relationship Id="rId37" Type="http://schemas.openxmlformats.org/officeDocument/2006/relationships/slideLayout" Target="../slideLayouts/slideLayout277.xml"/><Relationship Id="rId36" Type="http://schemas.openxmlformats.org/officeDocument/2006/relationships/slideLayout" Target="../slideLayouts/slideLayout276.xml"/><Relationship Id="rId39" Type="http://schemas.openxmlformats.org/officeDocument/2006/relationships/slideLayout" Target="../slideLayouts/slideLayout279.xml"/><Relationship Id="rId38" Type="http://schemas.openxmlformats.org/officeDocument/2006/relationships/slideLayout" Target="../slideLayouts/slideLayout278.xml"/><Relationship Id="rId20" Type="http://schemas.openxmlformats.org/officeDocument/2006/relationships/slideLayout" Target="../slideLayouts/slideLayout260.xml"/><Relationship Id="rId22" Type="http://schemas.openxmlformats.org/officeDocument/2006/relationships/slideLayout" Target="../slideLayouts/slideLayout262.xml"/><Relationship Id="rId21" Type="http://schemas.openxmlformats.org/officeDocument/2006/relationships/slideLayout" Target="../slideLayouts/slideLayout261.xml"/><Relationship Id="rId24" Type="http://schemas.openxmlformats.org/officeDocument/2006/relationships/slideLayout" Target="../slideLayouts/slideLayout264.xml"/><Relationship Id="rId23" Type="http://schemas.openxmlformats.org/officeDocument/2006/relationships/slideLayout" Target="../slideLayouts/slideLayout263.xml"/><Relationship Id="rId26" Type="http://schemas.openxmlformats.org/officeDocument/2006/relationships/slideLayout" Target="../slideLayouts/slideLayout266.xml"/><Relationship Id="rId25" Type="http://schemas.openxmlformats.org/officeDocument/2006/relationships/slideLayout" Target="../slideLayouts/slideLayout265.xml"/><Relationship Id="rId28" Type="http://schemas.openxmlformats.org/officeDocument/2006/relationships/slideLayout" Target="../slideLayouts/slideLayout268.xml"/><Relationship Id="rId27" Type="http://schemas.openxmlformats.org/officeDocument/2006/relationships/slideLayout" Target="../slideLayouts/slideLayout267.xml"/><Relationship Id="rId29" Type="http://schemas.openxmlformats.org/officeDocument/2006/relationships/slideLayout" Target="../slideLayouts/slideLayout269.xml"/><Relationship Id="rId11" Type="http://schemas.openxmlformats.org/officeDocument/2006/relationships/slideLayout" Target="../slideLayouts/slideLayout251.xml"/><Relationship Id="rId10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3.xml"/><Relationship Id="rId12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5.xml"/><Relationship Id="rId14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7.xml"/><Relationship Id="rId16" Type="http://schemas.openxmlformats.org/officeDocument/2006/relationships/slideLayout" Target="../slideLayouts/slideLayout256.xml"/><Relationship Id="rId19" Type="http://schemas.openxmlformats.org/officeDocument/2006/relationships/slideLayout" Target="../slideLayouts/slideLayout259.xml"/><Relationship Id="rId18" Type="http://schemas.openxmlformats.org/officeDocument/2006/relationships/slideLayout" Target="../slideLayouts/slideLayout2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0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32" name="Google Shape;532;p50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3" name="Google Shape;533;p50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  <p:sldLayoutId id="2147483742" r:id="rId47"/>
    <p:sldLayoutId id="2147483743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99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57" name="Google Shape;1057;p99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58" name="Google Shape;1058;p99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  <p:sldLayoutId id="2147483763" r:id="rId20"/>
    <p:sldLayoutId id="2147483764" r:id="rId21"/>
    <p:sldLayoutId id="2147483765" r:id="rId22"/>
    <p:sldLayoutId id="2147483766" r:id="rId23"/>
    <p:sldLayoutId id="2147483767" r:id="rId24"/>
    <p:sldLayoutId id="2147483768" r:id="rId25"/>
    <p:sldLayoutId id="2147483769" r:id="rId26"/>
    <p:sldLayoutId id="2147483770" r:id="rId27"/>
    <p:sldLayoutId id="2147483771" r:id="rId28"/>
    <p:sldLayoutId id="2147483772" r:id="rId29"/>
    <p:sldLayoutId id="2147483773" r:id="rId30"/>
    <p:sldLayoutId id="2147483774" r:id="rId31"/>
    <p:sldLayoutId id="2147483775" r:id="rId32"/>
    <p:sldLayoutId id="2147483776" r:id="rId33"/>
    <p:sldLayoutId id="2147483777" r:id="rId34"/>
    <p:sldLayoutId id="2147483778" r:id="rId35"/>
    <p:sldLayoutId id="2147483779" r:id="rId36"/>
    <p:sldLayoutId id="2147483780" r:id="rId37"/>
    <p:sldLayoutId id="2147483781" r:id="rId38"/>
    <p:sldLayoutId id="2147483782" r:id="rId39"/>
    <p:sldLayoutId id="2147483783" r:id="rId40"/>
    <p:sldLayoutId id="2147483784" r:id="rId41"/>
    <p:sldLayoutId id="2147483785" r:id="rId42"/>
    <p:sldLayoutId id="2147483786" r:id="rId43"/>
    <p:sldLayoutId id="2147483787" r:id="rId44"/>
    <p:sldLayoutId id="2147483788" r:id="rId45"/>
    <p:sldLayoutId id="2147483789" r:id="rId46"/>
    <p:sldLayoutId id="2147483790" r:id="rId47"/>
    <p:sldLayoutId id="2147483791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48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582" name="Google Shape;1582;p148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83" name="Google Shape;1583;p148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  <p:sldLayoutId id="2147483810" r:id="rId19"/>
    <p:sldLayoutId id="2147483811" r:id="rId20"/>
    <p:sldLayoutId id="2147483812" r:id="rId21"/>
    <p:sldLayoutId id="2147483813" r:id="rId22"/>
    <p:sldLayoutId id="2147483814" r:id="rId23"/>
    <p:sldLayoutId id="2147483815" r:id="rId24"/>
    <p:sldLayoutId id="2147483816" r:id="rId25"/>
    <p:sldLayoutId id="2147483817" r:id="rId26"/>
    <p:sldLayoutId id="2147483818" r:id="rId27"/>
    <p:sldLayoutId id="2147483819" r:id="rId28"/>
    <p:sldLayoutId id="2147483820" r:id="rId29"/>
    <p:sldLayoutId id="2147483821" r:id="rId30"/>
    <p:sldLayoutId id="2147483822" r:id="rId31"/>
    <p:sldLayoutId id="2147483823" r:id="rId32"/>
    <p:sldLayoutId id="2147483824" r:id="rId33"/>
    <p:sldLayoutId id="2147483825" r:id="rId34"/>
    <p:sldLayoutId id="2147483826" r:id="rId35"/>
    <p:sldLayoutId id="2147483827" r:id="rId36"/>
    <p:sldLayoutId id="2147483828" r:id="rId37"/>
    <p:sldLayoutId id="2147483829" r:id="rId38"/>
    <p:sldLayoutId id="2147483830" r:id="rId39"/>
    <p:sldLayoutId id="2147483831" r:id="rId40"/>
    <p:sldLayoutId id="2147483832" r:id="rId41"/>
    <p:sldLayoutId id="2147483833" r:id="rId42"/>
    <p:sldLayoutId id="2147483834" r:id="rId43"/>
    <p:sldLayoutId id="2147483835" r:id="rId44"/>
    <p:sldLayoutId id="2147483836" r:id="rId45"/>
    <p:sldLayoutId id="2147483837" r:id="rId46"/>
    <p:sldLayoutId id="2147483838" r:id="rId47"/>
    <p:sldLayoutId id="2147483839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197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105" name="Google Shape;2105;p197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06" name="Google Shape;2106;p197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  <p:sldLayoutId id="2147483856" r:id="rId17"/>
    <p:sldLayoutId id="2147483857" r:id="rId18"/>
    <p:sldLayoutId id="2147483858" r:id="rId19"/>
    <p:sldLayoutId id="2147483859" r:id="rId20"/>
    <p:sldLayoutId id="2147483860" r:id="rId21"/>
    <p:sldLayoutId id="2147483861" r:id="rId22"/>
    <p:sldLayoutId id="2147483862" r:id="rId23"/>
    <p:sldLayoutId id="2147483863" r:id="rId24"/>
    <p:sldLayoutId id="2147483864" r:id="rId25"/>
    <p:sldLayoutId id="2147483865" r:id="rId26"/>
    <p:sldLayoutId id="2147483866" r:id="rId27"/>
    <p:sldLayoutId id="2147483867" r:id="rId28"/>
    <p:sldLayoutId id="2147483868" r:id="rId29"/>
    <p:sldLayoutId id="2147483869" r:id="rId30"/>
    <p:sldLayoutId id="2147483870" r:id="rId31"/>
    <p:sldLayoutId id="2147483871" r:id="rId32"/>
    <p:sldLayoutId id="2147483872" r:id="rId33"/>
    <p:sldLayoutId id="2147483873" r:id="rId34"/>
    <p:sldLayoutId id="2147483874" r:id="rId35"/>
    <p:sldLayoutId id="2147483875" r:id="rId36"/>
    <p:sldLayoutId id="2147483876" r:id="rId37"/>
    <p:sldLayoutId id="2147483877" r:id="rId38"/>
    <p:sldLayoutId id="2147483878" r:id="rId39"/>
    <p:sldLayoutId id="2147483879" r:id="rId40"/>
    <p:sldLayoutId id="2147483880" r:id="rId41"/>
    <p:sldLayoutId id="2147483881" r:id="rId42"/>
    <p:sldLayoutId id="2147483882" r:id="rId43"/>
    <p:sldLayoutId id="2147483883" r:id="rId44"/>
    <p:sldLayoutId id="2147483884" r:id="rId45"/>
    <p:sldLayoutId id="2147483885" r:id="rId46"/>
    <p:sldLayoutId id="2147483886" r:id="rId47"/>
    <p:sldLayoutId id="2147483887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628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Google Shape;2629;p246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30" name="Google Shape;2630;p246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31" name="Google Shape;2631;p246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23" r:id="rId36"/>
    <p:sldLayoutId id="2147483924" r:id="rId37"/>
    <p:sldLayoutId id="2147483925" r:id="rId38"/>
    <p:sldLayoutId id="2147483926" r:id="rId39"/>
    <p:sldLayoutId id="2147483927" r:id="rId40"/>
    <p:sldLayoutId id="2147483928" r:id="rId41"/>
    <p:sldLayoutId id="2147483929" r:id="rId42"/>
    <p:sldLayoutId id="2147483930" r:id="rId43"/>
    <p:sldLayoutId id="2147483931" r:id="rId44"/>
    <p:sldLayoutId id="2147483932" r:id="rId45"/>
    <p:sldLayoutId id="2147483933" r:id="rId46"/>
    <p:sldLayoutId id="2147483934" r:id="rId47"/>
    <p:sldLayoutId id="214748393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6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7" name="Google Shape;3157;p295" title="merlin_163023234_f54a8a07-9456-4a07-a9d8-d536b42c1a4d-superJumbo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2239" l="0" r="0" t="16379"/>
          <a:stretch/>
        </p:blipFill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</p:spPr>
      </p:pic>
      <p:sp>
        <p:nvSpPr>
          <p:cNvPr id="3158" name="Google Shape;3158;p295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the Gap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Benchmarking the Met's Modern Acquisitions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Against MoMA to Inform Tang Wing Strategy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9" name="Google Shape;3159;p295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Keagan Krauss - Data Wrangling and Retrieval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3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p296"/>
          <p:cNvSpPr txBox="1"/>
          <p:nvPr>
            <p:ph type="title"/>
          </p:nvPr>
        </p:nvSpPr>
        <p:spPr>
          <a:xfrm>
            <a:off x="125700" y="125600"/>
            <a:ext cx="4580100" cy="20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THE BUSINESS CONTEXT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3165" name="Google Shape;3165;p296" title="Screenshot 2026-07-02 100454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7300" r="33967" t="0"/>
          <a:stretch/>
        </p:blipFill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</p:spPr>
      </p:pic>
      <p:sp>
        <p:nvSpPr>
          <p:cNvPr id="3166" name="Google Shape;3166;p296"/>
          <p:cNvSpPr txBox="1"/>
          <p:nvPr>
            <p:ph idx="4" type="subTitle"/>
          </p:nvPr>
        </p:nvSpPr>
        <p:spPr>
          <a:xfrm>
            <a:off x="251400" y="4827075"/>
            <a:ext cx="2635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</p:txBody>
      </p:sp>
      <p:sp>
        <p:nvSpPr>
          <p:cNvPr id="3167" name="Google Shape;3167;p29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8" name="Google Shape;3168;p296"/>
          <p:cNvSpPr txBox="1"/>
          <p:nvPr>
            <p:ph idx="3" type="body"/>
          </p:nvPr>
        </p:nvSpPr>
        <p:spPr>
          <a:xfrm>
            <a:off x="251400" y="2857083"/>
            <a:ext cx="4454400" cy="13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The Met is opening a 70,000 sq ft wing in 2030, committed to underrepresented artists.</a:t>
            </a:r>
            <a:endParaRPr b="1" sz="1500"/>
          </a:p>
          <a:p>
            <a:pPr indent="0" lvl="0" marL="0" rtl="0" algn="l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analysis benchmarks the Met's current Modern Art acquisition composition against MoMA — providing data-driven evidence of where the Met stands on diversity, and whether its strategy is working ahead of the Tang Wing opening.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2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p297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</p:txBody>
      </p:sp>
      <p:sp>
        <p:nvSpPr>
          <p:cNvPr id="3174" name="Google Shape;3174;p297"/>
          <p:cNvSpPr txBox="1"/>
          <p:nvPr>
            <p:ph type="title"/>
          </p:nvPr>
        </p:nvSpPr>
        <p:spPr>
          <a:xfrm>
            <a:off x="125700" y="1197175"/>
            <a:ext cx="2391300" cy="25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QUESTION</a:t>
            </a:r>
            <a:endParaRPr sz="1500"/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We expected to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find a gap.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 data told a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different story.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175" name="Google Shape;3175;p297"/>
          <p:cNvSpPr txBox="1"/>
          <p:nvPr>
            <p:ph idx="1" type="subTitle"/>
          </p:nvPr>
        </p:nvSpPr>
        <p:spPr>
          <a:xfrm>
            <a:off x="2963075" y="120405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3176" name="Google Shape;3176;p297"/>
          <p:cNvSpPr txBox="1"/>
          <p:nvPr>
            <p:ph idx="2" type="subTitle"/>
          </p:nvPr>
        </p:nvSpPr>
        <p:spPr>
          <a:xfrm>
            <a:off x="6502400" y="1197163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3177" name="Google Shape;3177;p297"/>
          <p:cNvSpPr txBox="1"/>
          <p:nvPr>
            <p:ph idx="3" type="body"/>
          </p:nvPr>
        </p:nvSpPr>
        <p:spPr>
          <a:xfrm>
            <a:off x="2963075" y="1844893"/>
            <a:ext cx="2742300" cy="19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Met's Modern acquisitions were expected to show underrepresentation gaps relative to MoMA — </a:t>
            </a:r>
            <a:r>
              <a:rPr b="1" lang="en"/>
              <a:t>the data revealed the opposite</a:t>
            </a:r>
            <a:r>
              <a:rPr lang="en"/>
              <a:t>, with MoMA showing higher Western concentration than the Met.</a:t>
            </a:r>
            <a:endParaRPr/>
          </a:p>
        </p:txBody>
      </p:sp>
      <p:sp>
        <p:nvSpPr>
          <p:cNvPr id="3178" name="Google Shape;3178;p297"/>
          <p:cNvSpPr txBox="1"/>
          <p:nvPr>
            <p:ph idx="4" type="body"/>
          </p:nvPr>
        </p:nvSpPr>
        <p:spPr>
          <a:xfrm>
            <a:off x="6502400" y="1844893"/>
            <a:ext cx="2515800" cy="19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the Met's Modern Art acquisition diversity compare to MoMA's — and what does that reveal about the strength of its strategy ahead of the Tang Wing?</a:t>
            </a:r>
            <a:endParaRPr/>
          </a:p>
        </p:txBody>
      </p:sp>
      <p:sp>
        <p:nvSpPr>
          <p:cNvPr id="3179" name="Google Shape;3179;p29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3" name="Shape 3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" name="Google Shape;3184;p298"/>
          <p:cNvSpPr txBox="1"/>
          <p:nvPr>
            <p:ph idx="3" type="subTitle"/>
          </p:nvPr>
        </p:nvSpPr>
        <p:spPr>
          <a:xfrm>
            <a:off x="162973" y="2367566"/>
            <a:ext cx="1653600" cy="4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Met CSV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185" name="Google Shape;3185;p298"/>
          <p:cNvSpPr txBox="1"/>
          <p:nvPr>
            <p:ph type="title"/>
          </p:nvPr>
        </p:nvSpPr>
        <p:spPr>
          <a:xfrm>
            <a:off x="125700" y="125600"/>
            <a:ext cx="85959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Three sources. One story.</a:t>
            </a:r>
            <a:endParaRPr sz="2500"/>
          </a:p>
        </p:txBody>
      </p:sp>
      <p:sp>
        <p:nvSpPr>
          <p:cNvPr id="3186" name="Google Shape;3186;p29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</p:txBody>
      </p:sp>
      <p:sp>
        <p:nvSpPr>
          <p:cNvPr id="3187" name="Google Shape;3187;p29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88" name="Google Shape;3188;p298"/>
          <p:cNvSpPr txBox="1"/>
          <p:nvPr>
            <p:ph idx="4294967295" type="body"/>
          </p:nvPr>
        </p:nvSpPr>
        <p:spPr>
          <a:xfrm>
            <a:off x="1660269" y="2083350"/>
            <a:ext cx="3226500" cy="8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484,956 objects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</a:t>
            </a:r>
            <a:r>
              <a:rPr lang="en" sz="900"/>
              <a:t>iltered to Modern Art department (14,464 objects).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Artist nationality, gender, accession year.</a:t>
            </a:r>
            <a:endParaRPr sz="900"/>
          </a:p>
        </p:txBody>
      </p:sp>
      <p:sp>
        <p:nvSpPr>
          <p:cNvPr id="3189" name="Google Shape;3189;p298"/>
          <p:cNvSpPr txBox="1"/>
          <p:nvPr>
            <p:ph idx="3" type="subTitle"/>
          </p:nvPr>
        </p:nvSpPr>
        <p:spPr>
          <a:xfrm>
            <a:off x="2321722" y="3305191"/>
            <a:ext cx="1653600" cy="4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MoMA CSV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190" name="Google Shape;3190;p298"/>
          <p:cNvSpPr txBox="1"/>
          <p:nvPr>
            <p:ph idx="4294967295" type="body"/>
          </p:nvPr>
        </p:nvSpPr>
        <p:spPr>
          <a:xfrm>
            <a:off x="3929075" y="3020975"/>
            <a:ext cx="3176100" cy="8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148,580 artworks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MoMA's official open-data Artists &amp; Artworks CSVs. Nationality, gender, acquisition date.</a:t>
            </a:r>
            <a:endParaRPr sz="900"/>
          </a:p>
        </p:txBody>
      </p:sp>
      <p:sp>
        <p:nvSpPr>
          <p:cNvPr id="3191" name="Google Shape;3191;p298"/>
          <p:cNvSpPr txBox="1"/>
          <p:nvPr>
            <p:ph idx="3" type="subTitle"/>
          </p:nvPr>
        </p:nvSpPr>
        <p:spPr>
          <a:xfrm>
            <a:off x="4457400" y="4257708"/>
            <a:ext cx="1467600" cy="4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Wiki</a:t>
            </a:r>
            <a:r>
              <a:rPr lang="en" sz="1800"/>
              <a:t> W</a:t>
            </a:r>
            <a:r>
              <a:rPr lang="en" sz="1800"/>
              <a:t>eb</a:t>
            </a:r>
            <a:r>
              <a:rPr lang="en" sz="1800"/>
              <a:t> S</a:t>
            </a:r>
            <a:r>
              <a:rPr lang="en" sz="1800"/>
              <a:t>crape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192" name="Google Shape;3192;p298"/>
          <p:cNvSpPr txBox="1"/>
          <p:nvPr>
            <p:ph idx="4294967295" type="body"/>
          </p:nvPr>
        </p:nvSpPr>
        <p:spPr>
          <a:xfrm>
            <a:off x="5705300" y="3958600"/>
            <a:ext cx="3016200" cy="8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Most-visited art museums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Annual visitor data scraped using requests + pd.read_html() to add public engagement context.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p29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</p:txBody>
      </p:sp>
      <p:sp>
        <p:nvSpPr>
          <p:cNvPr id="3198" name="Google Shape;3198;p299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Pipe-Separated Fields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`str.split('|').str[0]` to extract first artist when multiple artists shared a work. Clean, reusable pattern.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p299"/>
          <p:cNvSpPr txBox="1"/>
          <p:nvPr>
            <p:ph type="title"/>
          </p:nvPr>
        </p:nvSpPr>
        <p:spPr>
          <a:xfrm>
            <a:off x="125700" y="134475"/>
            <a:ext cx="25170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DATA WRANGLING AND CLEANING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+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CHALLENGES</a:t>
            </a:r>
            <a:endParaRPr sz="2300"/>
          </a:p>
        </p:txBody>
      </p:sp>
      <p:sp>
        <p:nvSpPr>
          <p:cNvPr id="3200" name="Google Shape;3200;p299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Nationality Standardisation </a:t>
            </a:r>
            <a:r>
              <a:rPr b="1" lang="en"/>
              <a:t>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Regex to collapse "American, born Russia"→ "American". Without this, 274 artists would be miscounted as non-American. </a:t>
            </a:r>
            <a:endParaRPr sz="1300"/>
          </a:p>
        </p:txBody>
      </p:sp>
      <p:sp>
        <p:nvSpPr>
          <p:cNvPr id="3201" name="Google Shape;3201;p299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API Saga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Met API rate-limited after repeated calls, Cloudflare 403 blocking requests entirely. Pivoted to Met open-access CSV (484k objects, no API needed).</a:t>
            </a:r>
            <a:endParaRPr sz="1300"/>
          </a:p>
        </p:txBody>
      </p:sp>
      <p:sp>
        <p:nvSpPr>
          <p:cNvPr id="3202" name="Google Shape;3202;p299"/>
          <p:cNvSpPr txBox="1"/>
          <p:nvPr>
            <p:ph idx="6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Type Conversion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pd.to_numeric(errors='coerce') for AccessionYear, pd.to_datetime().dt.year for MoMA's DateAcquired.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Two different date formats, one consistent analysis variable.</a:t>
            </a:r>
            <a:endParaRPr sz="1000"/>
          </a:p>
        </p:txBody>
      </p:sp>
      <p:sp>
        <p:nvSpPr>
          <p:cNvPr id="3203" name="Google Shape;3203;p29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4" name="Google Shape;3204;p299"/>
          <p:cNvSpPr txBox="1"/>
          <p:nvPr>
            <p:ph idx="5" type="body"/>
          </p:nvPr>
        </p:nvSpPr>
        <p:spPr>
          <a:xfrm>
            <a:off x="6502500" y="180192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Missing Data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Dropped 67 rows with null Artist Nationality, 170 with null AccessionYear. Culture column dropped entirely - too sparse to support analysis.</a:t>
            </a:r>
            <a:endParaRPr/>
          </a:p>
        </p:txBody>
      </p:sp>
      <p:sp>
        <p:nvSpPr>
          <p:cNvPr id="3205" name="Google Shape;3205;p299"/>
          <p:cNvSpPr txBox="1"/>
          <p:nvPr>
            <p:ph idx="5" type="body"/>
          </p:nvPr>
        </p:nvSpPr>
        <p:spPr>
          <a:xfrm>
            <a:off x="6502500" y="332915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MoMA Format Mismatch</a:t>
            </a:r>
            <a:r>
              <a:rPr b="1" lang="en"/>
              <a:t>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Nationality had malformed duplicates like “American) (American” and blank strings hiding as valid entries. Fixed with .str.strip(), empty string to NaN conversion, and .str.split(“)”) 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9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p30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</p:txBody>
      </p:sp>
      <p:sp>
        <p:nvSpPr>
          <p:cNvPr id="3211" name="Google Shape;3211;p300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p300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rgbClr val="9F9F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3" name="Google Shape;3213;p300"/>
          <p:cNvSpPr/>
          <p:nvPr/>
        </p:nvSpPr>
        <p:spPr>
          <a:xfrm>
            <a:off x="4782500" y="3320750"/>
            <a:ext cx="4111200" cy="1391700"/>
          </a:xfrm>
          <a:prstGeom prst="roundRect">
            <a:avLst>
              <a:gd fmla="val 16667" name="adj"/>
            </a:avLst>
          </a:prstGeom>
          <a:solidFill>
            <a:srgbClr val="DA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p300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PLAN: Asana Kanban Board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</a:t>
            </a:r>
            <a:r>
              <a:rPr lang="en" sz="1200"/>
              <a:t>asks spanning ideation, data collection, cleaning, EDA, visualisation, and presentation. Followed the Day 1–5 bootcamp brief as the project backbone.</a:t>
            </a:r>
            <a:endParaRPr sz="1200"/>
          </a:p>
        </p:txBody>
      </p:sp>
      <p:sp>
        <p:nvSpPr>
          <p:cNvPr id="3215" name="Google Shape;3215;p30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6" name="Google Shape;3216;p300"/>
          <p:cNvSpPr txBox="1"/>
          <p:nvPr>
            <p:ph idx="4294967295" type="title"/>
          </p:nvPr>
        </p:nvSpPr>
        <p:spPr>
          <a:xfrm>
            <a:off x="125700" y="1819175"/>
            <a:ext cx="4580100" cy="23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PROJECT MANAGEMENT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217" name="Google Shape;3217;p300"/>
          <p:cNvSpPr txBox="1"/>
          <p:nvPr>
            <p:ph idx="3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ADAPTED: Pivots Along the Way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Original plan used the Met API for bulk data. After hitting Cloudflare rate-limiting, pivoted to the open-access CSV — a faster, cleaner, and more complete data source. Better outcome than the original plan.</a:t>
            </a:r>
            <a:r>
              <a:rPr lang="en" sz="1200"/>
              <a:t> </a:t>
            </a:r>
            <a:endParaRPr sz="1200"/>
          </a:p>
        </p:txBody>
      </p:sp>
      <p:sp>
        <p:nvSpPr>
          <p:cNvPr id="3218" name="Google Shape;3218;p300"/>
          <p:cNvSpPr txBox="1"/>
          <p:nvPr>
            <p:ph idx="3" type="body"/>
          </p:nvPr>
        </p:nvSpPr>
        <p:spPr>
          <a:xfrm>
            <a:off x="5033900" y="3320775"/>
            <a:ext cx="3601200" cy="1371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400"/>
              <a:buFont typeface="Cambria"/>
              <a:buNone/>
            </a:pPr>
            <a:r>
              <a:rPr b="1" lang="en"/>
              <a:t>RISK MANAGEMENT: The API</a:t>
            </a:r>
            <a:r>
              <a:rPr b="1" lang="en">
                <a:latin typeface="Cambria"/>
                <a:ea typeface="Cambria"/>
                <a:cs typeface="Cambria"/>
                <a:sym typeface="Cambria"/>
              </a:rPr>
              <a:t>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Primary risk was data access failure — it materialised on Day 2. Mitigation: instructor consultation, pivot to CSV, kept MoMA and Wikipedia scrape on track independently. Project delivered on schedule.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2" name="Shape 3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3" name="Google Shape;3223;p301"/>
          <p:cNvSpPr txBox="1"/>
          <p:nvPr>
            <p:ph idx="2" type="body"/>
          </p:nvPr>
        </p:nvSpPr>
        <p:spPr>
          <a:xfrm>
            <a:off x="125600" y="530600"/>
            <a:ext cx="56565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 outperforms MoMA on non-Western representation</a:t>
            </a:r>
            <a:endParaRPr/>
          </a:p>
        </p:txBody>
      </p:sp>
      <p:sp>
        <p:nvSpPr>
          <p:cNvPr id="3224" name="Google Shape;3224;p301"/>
          <p:cNvSpPr txBox="1"/>
          <p:nvPr>
            <p:ph idx="1" type="subTitle"/>
          </p:nvPr>
        </p:nvSpPr>
        <p:spPr>
          <a:xfrm>
            <a:off x="125700" y="125600"/>
            <a:ext cx="4264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1</a:t>
            </a:r>
            <a:endParaRPr/>
          </a:p>
        </p:txBody>
      </p:sp>
      <p:sp>
        <p:nvSpPr>
          <p:cNvPr id="3225" name="Google Shape;3225;p301"/>
          <p:cNvSpPr txBox="1"/>
          <p:nvPr>
            <p:ph type="title"/>
          </p:nvPr>
        </p:nvSpPr>
        <p:spPr>
          <a:xfrm>
            <a:off x="4790750" y="170225"/>
            <a:ext cx="4011300" cy="1682400"/>
          </a:xfrm>
          <a:prstGeom prst="rect">
            <a:avLst/>
          </a:prstGeom>
        </p:spPr>
        <p:txBody>
          <a:bodyPr anchorCtr="0" anchor="t" bIns="110675" lIns="110675" spcFirstLastPara="1" rIns="110675" wrap="square" tIns="110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717"/>
              <a:t>4.2%</a:t>
            </a:r>
            <a:endParaRPr sz="8717"/>
          </a:p>
        </p:txBody>
      </p:sp>
      <p:sp>
        <p:nvSpPr>
          <p:cNvPr id="3226" name="Google Shape;3226;p301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7" name="Google Shape;3227;p30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28" name="Google Shape;3228;p301" title="chart1_representa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150" y="1096100"/>
            <a:ext cx="5411400" cy="338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9" name="Google Shape;3229;p301"/>
          <p:cNvSpPr txBox="1"/>
          <p:nvPr>
            <p:ph idx="2" type="body"/>
          </p:nvPr>
        </p:nvSpPr>
        <p:spPr>
          <a:xfrm>
            <a:off x="6164465" y="1435359"/>
            <a:ext cx="2486700" cy="1310400"/>
          </a:xfrm>
          <a:prstGeom prst="rect">
            <a:avLst/>
          </a:prstGeom>
        </p:spPr>
        <p:txBody>
          <a:bodyPr anchorCtr="0" anchor="t" bIns="110675" lIns="110675" spcFirstLastPara="1" rIns="110675" wrap="square" tIns="1106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37"/>
              <a:t>Higher Non-Western representation</a:t>
            </a:r>
            <a:endParaRPr sz="1937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37"/>
              <a:t>at the Met vs MoMA</a:t>
            </a:r>
            <a:endParaRPr sz="1937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69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3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302"/>
          <p:cNvSpPr txBox="1"/>
          <p:nvPr>
            <p:ph idx="2" type="body"/>
          </p:nvPr>
        </p:nvSpPr>
        <p:spPr>
          <a:xfrm>
            <a:off x="125600" y="530600"/>
            <a:ext cx="56565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 is accelerating faster — and the Tang Wing is why</a:t>
            </a:r>
            <a:endParaRPr/>
          </a:p>
        </p:txBody>
      </p:sp>
      <p:sp>
        <p:nvSpPr>
          <p:cNvPr id="3235" name="Google Shape;3235;p302"/>
          <p:cNvSpPr txBox="1"/>
          <p:nvPr>
            <p:ph idx="1" type="subTitle"/>
          </p:nvPr>
        </p:nvSpPr>
        <p:spPr>
          <a:xfrm>
            <a:off x="125700" y="125600"/>
            <a:ext cx="4264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2</a:t>
            </a:r>
            <a:endParaRPr/>
          </a:p>
        </p:txBody>
      </p:sp>
      <p:sp>
        <p:nvSpPr>
          <p:cNvPr id="3236" name="Google Shape;3236;p302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7" name="Google Shape;3237;p30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38" name="Google Shape;3238;p302" title="chart2_trend.png"/>
          <p:cNvPicPr preferRelativeResize="0"/>
          <p:nvPr/>
        </p:nvPicPr>
        <p:blipFill rotWithShape="1">
          <a:blip r:embed="rId3">
            <a:alphaModFix/>
          </a:blip>
          <a:srcRect b="-50" l="0" r="0" t="50"/>
          <a:stretch/>
        </p:blipFill>
        <p:spPr>
          <a:xfrm>
            <a:off x="916200" y="1045575"/>
            <a:ext cx="7311600" cy="36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9" name="Google Shape;3239;p302"/>
          <p:cNvSpPr/>
          <p:nvPr/>
        </p:nvSpPr>
        <p:spPr>
          <a:xfrm>
            <a:off x="2877050" y="2378436"/>
            <a:ext cx="5656500" cy="405000"/>
          </a:xfrm>
          <a:prstGeom prst="roundRect">
            <a:avLst>
              <a:gd fmla="val 16667" name="adj"/>
            </a:avLst>
          </a:prstGeom>
          <a:solidFill>
            <a:srgbClr val="DA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0" name="Google Shape;3240;p302"/>
          <p:cNvSpPr txBox="1"/>
          <p:nvPr>
            <p:ph idx="2" type="body"/>
          </p:nvPr>
        </p:nvSpPr>
        <p:spPr>
          <a:xfrm>
            <a:off x="2907559" y="2379826"/>
            <a:ext cx="5580600" cy="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↑ Met 2010s: 30.3% Non-Western — highest ever, driven by Tang Wing strategy</a:t>
            </a:r>
            <a:endParaRPr b="1" sz="12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303"/>
          <p:cNvSpPr txBox="1"/>
          <p:nvPr>
            <p:ph idx="2" type="body"/>
          </p:nvPr>
        </p:nvSpPr>
        <p:spPr>
          <a:xfrm>
            <a:off x="125600" y="530600"/>
            <a:ext cx="56565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 serves 2.25× more visitors than MoMA annually</a:t>
            </a:r>
            <a:endParaRPr/>
          </a:p>
        </p:txBody>
      </p:sp>
      <p:sp>
        <p:nvSpPr>
          <p:cNvPr id="3246" name="Google Shape;3246;p303"/>
          <p:cNvSpPr txBox="1"/>
          <p:nvPr>
            <p:ph idx="1" type="subTitle"/>
          </p:nvPr>
        </p:nvSpPr>
        <p:spPr>
          <a:xfrm>
            <a:off x="125700" y="125600"/>
            <a:ext cx="4264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3</a:t>
            </a:r>
            <a:endParaRPr/>
          </a:p>
        </p:txBody>
      </p:sp>
      <p:sp>
        <p:nvSpPr>
          <p:cNvPr id="3247" name="Google Shape;3247;p303"/>
          <p:cNvSpPr txBox="1"/>
          <p:nvPr>
            <p:ph type="title"/>
          </p:nvPr>
        </p:nvSpPr>
        <p:spPr>
          <a:xfrm>
            <a:off x="4790750" y="170225"/>
            <a:ext cx="4011300" cy="1682400"/>
          </a:xfrm>
          <a:prstGeom prst="rect">
            <a:avLst/>
          </a:prstGeom>
        </p:spPr>
        <p:txBody>
          <a:bodyPr anchorCtr="0" anchor="t" bIns="110675" lIns="110675" spcFirstLastPara="1" rIns="110675" wrap="square" tIns="110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717"/>
              <a:t>2.25×</a:t>
            </a:r>
            <a:endParaRPr sz="8717"/>
          </a:p>
        </p:txBody>
      </p:sp>
      <p:sp>
        <p:nvSpPr>
          <p:cNvPr id="3248" name="Google Shape;3248;p303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30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50" name="Google Shape;3250;p303" title="chart3_visitor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850" y="1106200"/>
            <a:ext cx="4819500" cy="34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1" name="Google Shape;3251;p303"/>
          <p:cNvSpPr txBox="1"/>
          <p:nvPr>
            <p:ph idx="2" type="body"/>
          </p:nvPr>
        </p:nvSpPr>
        <p:spPr>
          <a:xfrm>
            <a:off x="5662900" y="1338625"/>
            <a:ext cx="2991300" cy="1310400"/>
          </a:xfrm>
          <a:prstGeom prst="rect">
            <a:avLst/>
          </a:prstGeom>
        </p:spPr>
        <p:txBody>
          <a:bodyPr anchorCtr="0" anchor="t" bIns="110675" lIns="110675" spcFirstLastPara="1" rIns="110675" wrap="square" tIns="1106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37"/>
              <a:t>More visitors reach </a:t>
            </a:r>
            <a:endParaRPr sz="1937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37"/>
              <a:t>the Met each year</a:t>
            </a:r>
            <a:endParaRPr sz="1937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7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5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p304"/>
          <p:cNvSpPr txBox="1"/>
          <p:nvPr>
            <p:ph type="title"/>
          </p:nvPr>
        </p:nvSpPr>
        <p:spPr>
          <a:xfrm>
            <a:off x="2493450" y="290218"/>
            <a:ext cx="4157100" cy="10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FINDINGS</a:t>
            </a:r>
            <a:endParaRPr sz="5000"/>
          </a:p>
        </p:txBody>
      </p:sp>
      <p:sp>
        <p:nvSpPr>
          <p:cNvPr id="3257" name="Google Shape;3257;p304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</p:txBody>
      </p:sp>
      <p:sp>
        <p:nvSpPr>
          <p:cNvPr id="3258" name="Google Shape;3258;p30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9" name="Google Shape;3259;p304"/>
          <p:cNvSpPr txBox="1"/>
          <p:nvPr>
            <p:ph idx="4294967295" type="body"/>
          </p:nvPr>
        </p:nvSpPr>
        <p:spPr>
          <a:xfrm>
            <a:off x="2539650" y="1570138"/>
            <a:ext cx="4064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The Met is already</a:t>
            </a:r>
            <a:endParaRPr b="1" sz="2300"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more diverse than MoMA.</a:t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0" name="Google Shape;3260;p304"/>
          <p:cNvSpPr/>
          <p:nvPr/>
        </p:nvSpPr>
        <p:spPr>
          <a:xfrm>
            <a:off x="2435477" y="2742903"/>
            <a:ext cx="11970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3164"/>
              <a:buFont typeface="Cambria"/>
              <a:buNone/>
            </a:pPr>
            <a:r>
              <a:rPr b="1" i="0" lang="en" sz="3164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17.1%</a:t>
            </a:r>
            <a:endParaRPr b="1" i="0" sz="3164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61" name="Google Shape;3261;p304"/>
          <p:cNvSpPr/>
          <p:nvPr/>
        </p:nvSpPr>
        <p:spPr>
          <a:xfrm>
            <a:off x="2435477" y="3337802"/>
            <a:ext cx="1259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43"/>
              <a:buFont typeface="Calibri"/>
              <a:buNone/>
            </a:pPr>
            <a:r>
              <a:rPr i="0" lang="en" sz="1243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 non-Western</a:t>
            </a:r>
            <a:endParaRPr i="0" sz="124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2" name="Google Shape;3262;p304"/>
          <p:cNvSpPr/>
          <p:nvPr/>
        </p:nvSpPr>
        <p:spPr>
          <a:xfrm>
            <a:off x="3939552" y="2742903"/>
            <a:ext cx="11970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3164"/>
              <a:buFont typeface="Cambria"/>
              <a:buNone/>
            </a:pPr>
            <a:r>
              <a:rPr b="1" i="0" lang="en" sz="3164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12.9%</a:t>
            </a:r>
            <a:endParaRPr i="0" sz="3164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63" name="Google Shape;3263;p304"/>
          <p:cNvSpPr/>
          <p:nvPr/>
        </p:nvSpPr>
        <p:spPr>
          <a:xfrm>
            <a:off x="3809352" y="3337802"/>
            <a:ext cx="1457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43"/>
              <a:buFont typeface="Calibri"/>
              <a:buNone/>
            </a:pPr>
            <a:r>
              <a:rPr i="0" lang="en" sz="1243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MoMA non-Western</a:t>
            </a:r>
            <a:endParaRPr i="0" sz="124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4" name="Google Shape;3264;p304"/>
          <p:cNvSpPr/>
          <p:nvPr/>
        </p:nvSpPr>
        <p:spPr>
          <a:xfrm>
            <a:off x="5562706" y="2742903"/>
            <a:ext cx="14574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3164"/>
              <a:buFont typeface="Cambria"/>
              <a:buNone/>
            </a:pPr>
            <a:r>
              <a:rPr b="1" i="0" lang="en" sz="3164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30.3%</a:t>
            </a:r>
            <a:endParaRPr i="0" sz="3164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65" name="Google Shape;3265;p304"/>
          <p:cNvSpPr/>
          <p:nvPr/>
        </p:nvSpPr>
        <p:spPr>
          <a:xfrm>
            <a:off x="5562701" y="3337802"/>
            <a:ext cx="1147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43"/>
              <a:buFont typeface="Calibri"/>
              <a:buNone/>
            </a:pPr>
            <a:r>
              <a:rPr i="0" lang="en" sz="1243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 2010s peak</a:t>
            </a:r>
            <a:endParaRPr i="0" sz="124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Google Shape;3270;p305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</p:txBody>
      </p:sp>
      <p:sp>
        <p:nvSpPr>
          <p:cNvPr id="3271" name="Google Shape;3271;p305"/>
          <p:cNvSpPr txBox="1"/>
          <p:nvPr>
            <p:ph type="title"/>
          </p:nvPr>
        </p:nvSpPr>
        <p:spPr>
          <a:xfrm>
            <a:off x="125700" y="1197175"/>
            <a:ext cx="2391300" cy="25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INTERPRETATION</a:t>
            </a:r>
            <a:endParaRPr sz="1500"/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Institutional mission shapes collection — not just intention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272" name="Google Shape;3272;p305"/>
          <p:cNvSpPr txBox="1"/>
          <p:nvPr>
            <p:ph idx="1" type="subTitle"/>
          </p:nvPr>
        </p:nvSpPr>
        <p:spPr>
          <a:xfrm>
            <a:off x="2963075" y="120405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</a:t>
            </a:r>
            <a:endParaRPr/>
          </a:p>
        </p:txBody>
      </p:sp>
      <p:sp>
        <p:nvSpPr>
          <p:cNvPr id="3273" name="Google Shape;3273;p305"/>
          <p:cNvSpPr txBox="1"/>
          <p:nvPr>
            <p:ph idx="2" type="subTitle"/>
          </p:nvPr>
        </p:nvSpPr>
        <p:spPr>
          <a:xfrm>
            <a:off x="6502400" y="1197163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MoMA</a:t>
            </a:r>
            <a:endParaRPr/>
          </a:p>
        </p:txBody>
      </p:sp>
      <p:sp>
        <p:nvSpPr>
          <p:cNvPr id="3274" name="Google Shape;3274;p305"/>
          <p:cNvSpPr txBox="1"/>
          <p:nvPr>
            <p:ph idx="3" type="body"/>
          </p:nvPr>
        </p:nvSpPr>
        <p:spPr>
          <a:xfrm>
            <a:off x="2963075" y="1629102"/>
            <a:ext cx="2742300" cy="27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Encyclopedic mission spanning 5,000 years of global art history. Collecting globally is embedded in its DNA — non-Western acquisition is a structural feature, not a recent initiative.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Tang Wing is an amplification of what the Met already does.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5" name="Google Shape;3275;p305"/>
          <p:cNvSpPr txBox="1"/>
          <p:nvPr>
            <p:ph idx="4" type="body"/>
          </p:nvPr>
        </p:nvSpPr>
        <p:spPr>
          <a:xfrm>
            <a:off x="6502400" y="1629103"/>
            <a:ext cx="2515800" cy="27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Founded to champion Modernism — a movement with Western European origins. MoMA's collection is structurally Western, regardless of its stated diversity ambitions.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Reputation and reality diverge in a measurable, data-backed way.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6" name="Google Shape;3276;p30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1" name="Google Shape;3281;p306" title="moma-nyc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513" r="25508" t="0"/>
          <a:stretch/>
        </p:blipFill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</p:spPr>
      </p:pic>
      <p:sp>
        <p:nvSpPr>
          <p:cNvPr id="3282" name="Google Shape;3282;p306"/>
          <p:cNvSpPr txBox="1"/>
          <p:nvPr>
            <p:ph idx="3" type="body"/>
          </p:nvPr>
        </p:nvSpPr>
        <p:spPr>
          <a:xfrm>
            <a:off x="251400" y="1108780"/>
            <a:ext cx="4454400" cy="3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data validates the Tang Wing strategy</a:t>
            </a:r>
            <a:endParaRPr b="1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Hypothesis Refuted:</a:t>
            </a: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 Met already outperforms MoMA on non-Western representation (17.1% vs 12.9%)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Accelerating Trend:</a:t>
            </a: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Both institutions show growing non-Western acquisitions post-2000 — the Met leads with 30.3% in the 2010s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Higher Stakes:</a:t>
            </a: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At 2.25× more annual visitors, the Met's collection choices reach a far larger public than MoMA's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Strategic Validation:</a:t>
            </a: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 Tang Wing is not a course correction — it is an institutional commitment to accelerate a shift already underway in the data</a:t>
            </a:r>
            <a:endParaRPr sz="11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283" name="Google Shape;3283;p306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</p:txBody>
      </p:sp>
      <p:sp>
        <p:nvSpPr>
          <p:cNvPr id="3284" name="Google Shape;3284;p30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5" name="Google Shape;3285;p306"/>
          <p:cNvSpPr txBox="1"/>
          <p:nvPr>
            <p:ph type="title"/>
          </p:nvPr>
        </p:nvSpPr>
        <p:spPr>
          <a:xfrm>
            <a:off x="125700" y="125600"/>
            <a:ext cx="45801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CONCLUSION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p307"/>
          <p:cNvSpPr txBox="1"/>
          <p:nvPr>
            <p:ph type="title"/>
          </p:nvPr>
        </p:nvSpPr>
        <p:spPr>
          <a:xfrm>
            <a:off x="125700" y="125600"/>
            <a:ext cx="5525700" cy="26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QUESTIONS</a:t>
            </a:r>
            <a:endParaRPr/>
          </a:p>
        </p:txBody>
      </p:sp>
      <p:sp>
        <p:nvSpPr>
          <p:cNvPr id="3291" name="Google Shape;3291;p307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 Strategic Acquisition Analysis</a:t>
            </a:r>
            <a:endParaRPr/>
          </a:p>
        </p:txBody>
      </p:sp>
      <p:sp>
        <p:nvSpPr>
          <p:cNvPr id="3292" name="Google Shape;3292;p307"/>
          <p:cNvSpPr txBox="1"/>
          <p:nvPr>
            <p:ph idx="1" type="subTitle"/>
          </p:nvPr>
        </p:nvSpPr>
        <p:spPr>
          <a:xfrm>
            <a:off x="5796850" y="289350"/>
            <a:ext cx="31770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EXPLORE NEXT</a:t>
            </a:r>
            <a:endParaRPr/>
          </a:p>
        </p:txBody>
      </p:sp>
      <p:sp>
        <p:nvSpPr>
          <p:cNvPr id="3293" name="Google Shape;3293;p307"/>
          <p:cNvSpPr txBox="1"/>
          <p:nvPr>
            <p:ph idx="2" type="body"/>
          </p:nvPr>
        </p:nvSpPr>
        <p:spPr>
          <a:xfrm>
            <a:off x="5320600" y="773325"/>
            <a:ext cx="3573000" cy="36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Gender Representation</a:t>
            </a:r>
            <a:endParaRPr b="1"/>
          </a:p>
          <a:p>
            <a:pPr indent="-2921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➔"/>
            </a:pPr>
            <a:r>
              <a:rPr lang="en" sz="1000"/>
              <a:t>Does gender diversity follow similar patterns to nationality? Gender data exists in both datasets but was sparse — a dedicated analysis could reveal a complementary story.</a:t>
            </a:r>
            <a:endParaRPr sz="1000"/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Market Value Correlation</a:t>
            </a:r>
            <a:endParaRPr b="1"/>
          </a:p>
          <a:p>
            <a:pPr indent="-2921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➔"/>
            </a:pPr>
            <a:r>
              <a:rPr lang="en" sz="1000"/>
              <a:t>Would cross-referencing auction data reveal whether diversity in acquisitions correlates with commercial value? Museums as early indicators of market trends.</a:t>
            </a:r>
            <a:endParaRPr sz="1000"/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Broader Peer Comparison</a:t>
            </a:r>
            <a:endParaRPr b="1"/>
          </a:p>
          <a:p>
            <a:pPr indent="-2921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➔"/>
            </a:pPr>
            <a:r>
              <a:rPr lang="en" sz="1000"/>
              <a:t>How do other major encyclopedic museums compare — Smithsonian, British Museum, Rijksmuseum? Is the Met's pattern unique or sector-wide?</a:t>
            </a:r>
            <a:endParaRPr sz="1000"/>
          </a:p>
        </p:txBody>
      </p:sp>
      <p:sp>
        <p:nvSpPr>
          <p:cNvPr id="3294" name="Google Shape;3294;p307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5" name="Google Shape;3295;p307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6" name="Google Shape;3296;p307"/>
          <p:cNvSpPr/>
          <p:nvPr/>
        </p:nvSpPr>
        <p:spPr>
          <a:xfrm rot="103">
            <a:off x="222869" y="4224022"/>
            <a:ext cx="1809162" cy="603018"/>
          </a:xfrm>
          <a:prstGeom prst="flowChartTerminator">
            <a:avLst/>
          </a:prstGeom>
          <a:solidFill>
            <a:srgbClr val="9F9F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7" name="Google Shape;3297;p307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rgbClr val="DA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8" name="Google Shape;3298;p30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308"/>
          <p:cNvSpPr txBox="1"/>
          <p:nvPr>
            <p:ph type="title"/>
          </p:nvPr>
        </p:nvSpPr>
        <p:spPr>
          <a:xfrm>
            <a:off x="125700" y="2913506"/>
            <a:ext cx="8768100" cy="18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id="3304" name="Google Shape;3304;p308" title="21-ma-900x675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6522" l="0" r="0" t="26703"/>
          <a:stretch/>
        </p:blipFill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</p:spPr>
      </p:pic>
      <p:sp>
        <p:nvSpPr>
          <p:cNvPr id="3305" name="Google Shape;3305;p308"/>
          <p:cNvSpPr txBox="1"/>
          <p:nvPr>
            <p:ph idx="4294967295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6" name="Google Shape;3306;p308"/>
          <p:cNvSpPr txBox="1"/>
          <p:nvPr>
            <p:ph idx="4294967295" type="body"/>
          </p:nvPr>
        </p:nvSpPr>
        <p:spPr>
          <a:xfrm>
            <a:off x="122125" y="4701375"/>
            <a:ext cx="85314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Keagan Krauss - Closing the Gap: Met Strategic Acquisition Analysis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